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8"/>
  </p:notesMasterIdLst>
  <p:handoutMasterIdLst>
    <p:handoutMasterId r:id="rId29"/>
  </p:handoutMasterIdLst>
  <p:sldIdLst>
    <p:sldId id="257" r:id="rId5"/>
    <p:sldId id="285" r:id="rId6"/>
    <p:sldId id="286" r:id="rId7"/>
    <p:sldId id="274" r:id="rId8"/>
    <p:sldId id="282" r:id="rId9"/>
    <p:sldId id="283" r:id="rId10"/>
    <p:sldId id="284" r:id="rId11"/>
    <p:sldId id="287" r:id="rId12"/>
    <p:sldId id="291" r:id="rId13"/>
    <p:sldId id="288" r:id="rId14"/>
    <p:sldId id="289" r:id="rId15"/>
    <p:sldId id="292" r:id="rId16"/>
    <p:sldId id="290" r:id="rId17"/>
    <p:sldId id="293" r:id="rId18"/>
    <p:sldId id="294" r:id="rId19"/>
    <p:sldId id="301" r:id="rId20"/>
    <p:sldId id="297" r:id="rId21"/>
    <p:sldId id="296" r:id="rId22"/>
    <p:sldId id="298" r:id="rId23"/>
    <p:sldId id="299" r:id="rId24"/>
    <p:sldId id="295" r:id="rId25"/>
    <p:sldId id="271" r:id="rId26"/>
    <p:sldId id="278" r:id="rId2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69A420-FFB3-154B-B0F8-EE99D27ABAEC}" v="348" dt="2026-04-25T02:51:55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77" autoAdjust="0"/>
    <p:restoredTop sz="94660"/>
  </p:normalViewPr>
  <p:slideViewPr>
    <p:cSldViewPr>
      <p:cViewPr varScale="1">
        <p:scale>
          <a:sx n="106" d="100"/>
          <a:sy n="106" d="100"/>
        </p:scale>
        <p:origin x="216" y="98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junatha, Harshitha" userId="2693a93e-b58d-4ebf-bbbd-41699af5dc69" providerId="ADAL" clId="{FEBD3229-46B3-5147-B7D3-AE5D08016CDC}"/>
    <pc:docChg chg="undo custSel addSld delSld modSld sldOrd">
      <pc:chgData name="Manjunatha, Harshitha" userId="2693a93e-b58d-4ebf-bbbd-41699af5dc69" providerId="ADAL" clId="{FEBD3229-46B3-5147-B7D3-AE5D08016CDC}" dt="2026-04-25T03:11:57.922" v="2342" actId="20577"/>
      <pc:docMkLst>
        <pc:docMk/>
      </pc:docMkLst>
      <pc:sldChg chg="addSp delSp modSp mod">
        <pc:chgData name="Manjunatha, Harshitha" userId="2693a93e-b58d-4ebf-bbbd-41699af5dc69" providerId="ADAL" clId="{FEBD3229-46B3-5147-B7D3-AE5D08016CDC}" dt="2026-04-25T02:51:55.242" v="2277"/>
        <pc:sldMkLst>
          <pc:docMk/>
          <pc:sldMk cId="1332291891" sldId="257"/>
        </pc:sldMkLst>
        <pc:spChg chg="add del">
          <ac:chgData name="Manjunatha, Harshitha" userId="2693a93e-b58d-4ebf-bbbd-41699af5dc69" providerId="ADAL" clId="{FEBD3229-46B3-5147-B7D3-AE5D08016CDC}" dt="2026-04-24T20:37:31.817" v="12" actId="478"/>
          <ac:spMkLst>
            <pc:docMk/>
            <pc:sldMk cId="1332291891" sldId="257"/>
            <ac:spMk id="2" creationId="{00000000-0000-0000-0000-000000000000}"/>
          </ac:spMkLst>
        </pc:spChg>
        <pc:spChg chg="add del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1332291891" sldId="257"/>
            <ac:spMk id="2" creationId="{2B39126E-5E42-880E-387A-8E46261DF780}"/>
          </ac:spMkLst>
        </pc:spChg>
        <pc:spChg chg="add del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1332291891" sldId="257"/>
            <ac:spMk id="3" creationId="{5E9637F6-60CA-248C-C6C9-3D8B4C7DE611}"/>
          </ac:spMkLst>
        </pc:spChg>
        <pc:spChg chg="add del mod">
          <ac:chgData name="Manjunatha, Harshitha" userId="2693a93e-b58d-4ebf-bbbd-41699af5dc69" providerId="ADAL" clId="{FEBD3229-46B3-5147-B7D3-AE5D08016CDC}" dt="2026-04-24T20:37:25.100" v="7" actId="478"/>
          <ac:spMkLst>
            <pc:docMk/>
            <pc:sldMk cId="1332291891" sldId="257"/>
            <ac:spMk id="4" creationId="{E42B37C7-3FC9-DACE-9FB6-940B3D724FD8}"/>
          </ac:spMkLst>
        </pc:spChg>
        <pc:spChg chg="add mod">
          <ac:chgData name="Manjunatha, Harshitha" userId="2693a93e-b58d-4ebf-bbbd-41699af5dc69" providerId="ADAL" clId="{FEBD3229-46B3-5147-B7D3-AE5D08016CDC}" dt="2026-04-24T20:37:10.252" v="5"/>
          <ac:spMkLst>
            <pc:docMk/>
            <pc:sldMk cId="1332291891" sldId="257"/>
            <ac:spMk id="5" creationId="{1819142A-6B80-BD99-18DF-B65B6F4459E4}"/>
          </ac:spMkLst>
        </pc:spChg>
        <pc:spChg chg="add del mod">
          <ac:chgData name="Manjunatha, Harshitha" userId="2693a93e-b58d-4ebf-bbbd-41699af5dc69" providerId="ADAL" clId="{FEBD3229-46B3-5147-B7D3-AE5D08016CDC}" dt="2026-04-24T20:37:29.634" v="11" actId="478"/>
          <ac:spMkLst>
            <pc:docMk/>
            <pc:sldMk cId="1332291891" sldId="257"/>
            <ac:spMk id="6" creationId="{F267EF48-6EC3-F89A-D3C4-084FDB6646C5}"/>
          </ac:spMkLst>
        </pc:spChg>
        <pc:spChg chg="add mod">
          <ac:chgData name="Manjunatha, Harshitha" userId="2693a93e-b58d-4ebf-bbbd-41699af5dc69" providerId="ADAL" clId="{FEBD3229-46B3-5147-B7D3-AE5D08016CDC}" dt="2026-04-24T20:37:10.252" v="5"/>
          <ac:spMkLst>
            <pc:docMk/>
            <pc:sldMk cId="1332291891" sldId="257"/>
            <ac:spMk id="11" creationId="{C1673FA0-88C4-49AE-4F10-5C8B1C822692}"/>
          </ac:spMkLst>
        </pc:spChg>
        <pc:spChg chg="add mod">
          <ac:chgData name="Manjunatha, Harshitha" userId="2693a93e-b58d-4ebf-bbbd-41699af5dc69" providerId="ADAL" clId="{FEBD3229-46B3-5147-B7D3-AE5D08016CDC}" dt="2026-04-24T20:37:10.252" v="5"/>
          <ac:spMkLst>
            <pc:docMk/>
            <pc:sldMk cId="1332291891" sldId="257"/>
            <ac:spMk id="13" creationId="{8807B258-65F5-2203-67FC-A5F62DDECEFD}"/>
          </ac:spMkLst>
        </pc:spChg>
        <pc:spChg chg="add mod">
          <ac:chgData name="Manjunatha, Harshitha" userId="2693a93e-b58d-4ebf-bbbd-41699af5dc69" providerId="ADAL" clId="{FEBD3229-46B3-5147-B7D3-AE5D08016CDC}" dt="2026-04-24T20:37:22.721" v="6"/>
          <ac:spMkLst>
            <pc:docMk/>
            <pc:sldMk cId="1332291891" sldId="257"/>
            <ac:spMk id="14" creationId="{0AFDFC38-CB55-169C-BEC6-EC17B8DE12E2}"/>
          </ac:spMkLst>
        </pc:spChg>
        <pc:spChg chg="add mod">
          <ac:chgData name="Manjunatha, Harshitha" userId="2693a93e-b58d-4ebf-bbbd-41699af5dc69" providerId="ADAL" clId="{FEBD3229-46B3-5147-B7D3-AE5D08016CDC}" dt="2026-04-24T20:37:22.721" v="6"/>
          <ac:spMkLst>
            <pc:docMk/>
            <pc:sldMk cId="1332291891" sldId="257"/>
            <ac:spMk id="18" creationId="{84DBDDE2-71A4-4DFC-E520-02340AA2D2B5}"/>
          </ac:spMkLst>
        </pc:spChg>
        <pc:spChg chg="add mod">
          <ac:chgData name="Manjunatha, Harshitha" userId="2693a93e-b58d-4ebf-bbbd-41699af5dc69" providerId="ADAL" clId="{FEBD3229-46B3-5147-B7D3-AE5D08016CDC}" dt="2026-04-24T20:37:22.721" v="6"/>
          <ac:spMkLst>
            <pc:docMk/>
            <pc:sldMk cId="1332291891" sldId="257"/>
            <ac:spMk id="20" creationId="{3D5035D4-FB63-8C8D-3AFC-3DC0092C808C}"/>
          </ac:spMkLst>
        </pc:spChg>
        <pc:spChg chg="add del mod">
          <ac:chgData name="Manjunatha, Harshitha" userId="2693a93e-b58d-4ebf-bbbd-41699af5dc69" providerId="ADAL" clId="{FEBD3229-46B3-5147-B7D3-AE5D08016CDC}" dt="2026-04-24T20:37:33.795" v="13" actId="478"/>
          <ac:spMkLst>
            <pc:docMk/>
            <pc:sldMk cId="1332291891" sldId="257"/>
            <ac:spMk id="22" creationId="{90AFD749-F8F2-259C-B218-3223C721F0B6}"/>
          </ac:spMkLst>
        </pc:spChg>
        <pc:spChg chg="add mod">
          <ac:chgData name="Manjunatha, Harshitha" userId="2693a93e-b58d-4ebf-bbbd-41699af5dc69" providerId="ADAL" clId="{FEBD3229-46B3-5147-B7D3-AE5D08016CDC}" dt="2026-04-24T21:42:37.780" v="334" actId="2711"/>
          <ac:spMkLst>
            <pc:docMk/>
            <pc:sldMk cId="1332291891" sldId="257"/>
            <ac:spMk id="23" creationId="{A9F4E51E-8BB5-14ED-3878-4ECCA2C7110C}"/>
          </ac:spMkLst>
        </pc:spChg>
        <pc:spChg chg="add mod">
          <ac:chgData name="Manjunatha, Harshitha" userId="2693a93e-b58d-4ebf-bbbd-41699af5dc69" providerId="ADAL" clId="{FEBD3229-46B3-5147-B7D3-AE5D08016CDC}" dt="2026-04-24T21:42:37.780" v="334" actId="2711"/>
          <ac:spMkLst>
            <pc:docMk/>
            <pc:sldMk cId="1332291891" sldId="257"/>
            <ac:spMk id="27" creationId="{99399607-8A32-C429-E274-C7CB447F5465}"/>
          </ac:spMkLst>
        </pc:spChg>
        <pc:spChg chg="add mod">
          <ac:chgData name="Manjunatha, Harshitha" userId="2693a93e-b58d-4ebf-bbbd-41699af5dc69" providerId="ADAL" clId="{FEBD3229-46B3-5147-B7D3-AE5D08016CDC}" dt="2026-04-24T21:42:37.780" v="334" actId="2711"/>
          <ac:spMkLst>
            <pc:docMk/>
            <pc:sldMk cId="1332291891" sldId="257"/>
            <ac:spMk id="29" creationId="{0D631799-9DD6-4F69-72AD-427E594DD360}"/>
          </ac:spMkLst>
        </pc:spChg>
        <pc:spChg chg="add del mod">
          <ac:chgData name="Manjunatha, Harshitha" userId="2693a93e-b58d-4ebf-bbbd-41699af5dc69" providerId="ADAL" clId="{FEBD3229-46B3-5147-B7D3-AE5D08016CDC}" dt="2026-04-24T23:12:53.109" v="963"/>
          <ac:spMkLst>
            <pc:docMk/>
            <pc:sldMk cId="1332291891" sldId="257"/>
            <ac:spMk id="30" creationId="{3D0682BD-0FFE-D504-970B-7F4ABBBD7EA1}"/>
          </ac:spMkLst>
        </pc:spChg>
        <pc:spChg chg="add del mod">
          <ac:chgData name="Manjunatha, Harshitha" userId="2693a93e-b58d-4ebf-bbbd-41699af5dc69" providerId="ADAL" clId="{FEBD3229-46B3-5147-B7D3-AE5D08016CDC}" dt="2026-04-24T23:12:53.917" v="965"/>
          <ac:spMkLst>
            <pc:docMk/>
            <pc:sldMk cId="1332291891" sldId="257"/>
            <ac:spMk id="31" creationId="{AEDA7035-3395-231B-D311-BEDCEB551B7C}"/>
          </ac:spMkLst>
        </pc:spChg>
        <pc:picChg chg="add mod">
          <ac:chgData name="Manjunatha, Harshitha" userId="2693a93e-b58d-4ebf-bbbd-41699af5dc69" providerId="ADAL" clId="{FEBD3229-46B3-5147-B7D3-AE5D08016CDC}" dt="2026-04-25T02:44:20.461" v="2251" actId="1076"/>
          <ac:picMkLst>
            <pc:docMk/>
            <pc:sldMk cId="1332291891" sldId="257"/>
            <ac:picMk id="4" creationId="{3AE60353-565F-EC30-6F7C-5B77C809B62E}"/>
          </ac:picMkLst>
        </pc:picChg>
        <pc:picChg chg="add mod">
          <ac:chgData name="Manjunatha, Harshitha" userId="2693a93e-b58d-4ebf-bbbd-41699af5dc69" providerId="ADAL" clId="{FEBD3229-46B3-5147-B7D3-AE5D08016CDC}" dt="2026-04-25T02:45:24.793" v="2267" actId="1076"/>
          <ac:picMkLst>
            <pc:docMk/>
            <pc:sldMk cId="1332291891" sldId="257"/>
            <ac:picMk id="5" creationId="{6BC37F42-05BF-99BD-590B-85DA448CB415}"/>
          </ac:picMkLst>
        </pc:picChg>
        <pc:picChg chg="add del mod">
          <ac:chgData name="Manjunatha, Harshitha" userId="2693a93e-b58d-4ebf-bbbd-41699af5dc69" providerId="ADAL" clId="{FEBD3229-46B3-5147-B7D3-AE5D08016CDC}" dt="2026-04-25T02:51:55.242" v="2277"/>
          <ac:picMkLst>
            <pc:docMk/>
            <pc:sldMk cId="1332291891" sldId="257"/>
            <ac:picMk id="6" creationId="{8685AB7E-A1FA-6A7B-F983-E17386E76A59}"/>
          </ac:picMkLst>
        </pc:picChg>
        <pc:picChg chg="add mod">
          <ac:chgData name="Manjunatha, Harshitha" userId="2693a93e-b58d-4ebf-bbbd-41699af5dc69" providerId="ADAL" clId="{FEBD3229-46B3-5147-B7D3-AE5D08016CDC}" dt="2026-04-24T20:37:10.252" v="5"/>
          <ac:picMkLst>
            <pc:docMk/>
            <pc:sldMk cId="1332291891" sldId="257"/>
            <ac:picMk id="7" creationId="{E98A374F-755E-649E-6492-85597578A4FF}"/>
          </ac:picMkLst>
        </pc:picChg>
        <pc:picChg chg="del">
          <ac:chgData name="Manjunatha, Harshitha" userId="2693a93e-b58d-4ebf-bbbd-41699af5dc69" providerId="ADAL" clId="{FEBD3229-46B3-5147-B7D3-AE5D08016CDC}" dt="2026-04-24T20:35:59.152" v="0" actId="478"/>
          <ac:picMkLst>
            <pc:docMk/>
            <pc:sldMk cId="1332291891" sldId="257"/>
            <ac:picMk id="8" creationId="{E2861EA1-4AE4-D85F-00B3-DCC50F17AF69}"/>
          </ac:picMkLst>
        </pc:picChg>
        <pc:picChg chg="add mod">
          <ac:chgData name="Manjunatha, Harshitha" userId="2693a93e-b58d-4ebf-bbbd-41699af5dc69" providerId="ADAL" clId="{FEBD3229-46B3-5147-B7D3-AE5D08016CDC}" dt="2026-04-24T20:37:10.252" v="5"/>
          <ac:picMkLst>
            <pc:docMk/>
            <pc:sldMk cId="1332291891" sldId="257"/>
            <ac:picMk id="9" creationId="{4E643518-FB92-6A8C-EBFD-29CC6C55AD55}"/>
          </ac:picMkLst>
        </pc:picChg>
        <pc:picChg chg="add mod">
          <ac:chgData name="Manjunatha, Harshitha" userId="2693a93e-b58d-4ebf-bbbd-41699af5dc69" providerId="ADAL" clId="{FEBD3229-46B3-5147-B7D3-AE5D08016CDC}" dt="2026-04-24T20:37:10.252" v="5"/>
          <ac:picMkLst>
            <pc:docMk/>
            <pc:sldMk cId="1332291891" sldId="257"/>
            <ac:picMk id="10" creationId="{DA22DA16-FAC7-6BD7-0C2D-74116EF699CF}"/>
          </ac:picMkLst>
        </pc:picChg>
        <pc:picChg chg="add mod">
          <ac:chgData name="Manjunatha, Harshitha" userId="2693a93e-b58d-4ebf-bbbd-41699af5dc69" providerId="ADAL" clId="{FEBD3229-46B3-5147-B7D3-AE5D08016CDC}" dt="2026-04-24T20:37:10.252" v="5"/>
          <ac:picMkLst>
            <pc:docMk/>
            <pc:sldMk cId="1332291891" sldId="257"/>
            <ac:picMk id="12" creationId="{F354CDA7-8F20-7F3E-31D7-AEEDD699ED07}"/>
          </ac:picMkLst>
        </pc:picChg>
        <pc:picChg chg="add mod">
          <ac:chgData name="Manjunatha, Harshitha" userId="2693a93e-b58d-4ebf-bbbd-41699af5dc69" providerId="ADAL" clId="{FEBD3229-46B3-5147-B7D3-AE5D08016CDC}" dt="2026-04-24T20:37:22.721" v="6"/>
          <ac:picMkLst>
            <pc:docMk/>
            <pc:sldMk cId="1332291891" sldId="257"/>
            <ac:picMk id="15" creationId="{3A760513-F1E9-2117-A7D9-B50F6E700020}"/>
          </ac:picMkLst>
        </pc:picChg>
        <pc:picChg chg="add mod">
          <ac:chgData name="Manjunatha, Harshitha" userId="2693a93e-b58d-4ebf-bbbd-41699af5dc69" providerId="ADAL" clId="{FEBD3229-46B3-5147-B7D3-AE5D08016CDC}" dt="2026-04-24T20:37:22.721" v="6"/>
          <ac:picMkLst>
            <pc:docMk/>
            <pc:sldMk cId="1332291891" sldId="257"/>
            <ac:picMk id="16" creationId="{5C058051-CD82-DE0F-82EB-F51C78805920}"/>
          </ac:picMkLst>
        </pc:picChg>
        <pc:picChg chg="add mod">
          <ac:chgData name="Manjunatha, Harshitha" userId="2693a93e-b58d-4ebf-bbbd-41699af5dc69" providerId="ADAL" clId="{FEBD3229-46B3-5147-B7D3-AE5D08016CDC}" dt="2026-04-24T20:37:22.721" v="6"/>
          <ac:picMkLst>
            <pc:docMk/>
            <pc:sldMk cId="1332291891" sldId="257"/>
            <ac:picMk id="17" creationId="{616E391E-2590-0813-7E46-CE6E31B13BC6}"/>
          </ac:picMkLst>
        </pc:picChg>
        <pc:picChg chg="add mod">
          <ac:chgData name="Manjunatha, Harshitha" userId="2693a93e-b58d-4ebf-bbbd-41699af5dc69" providerId="ADAL" clId="{FEBD3229-46B3-5147-B7D3-AE5D08016CDC}" dt="2026-04-24T20:37:22.721" v="6"/>
          <ac:picMkLst>
            <pc:docMk/>
            <pc:sldMk cId="1332291891" sldId="257"/>
            <ac:picMk id="19" creationId="{0563FB4F-ACC3-8795-9281-FD9F685D9D89}"/>
          </ac:picMkLst>
        </pc:picChg>
        <pc:picChg chg="add mod">
          <ac:chgData name="Manjunatha, Harshitha" userId="2693a93e-b58d-4ebf-bbbd-41699af5dc69" providerId="ADAL" clId="{FEBD3229-46B3-5147-B7D3-AE5D08016CDC}" dt="2026-04-24T23:12:46.636" v="959" actId="1076"/>
          <ac:picMkLst>
            <pc:docMk/>
            <pc:sldMk cId="1332291891" sldId="257"/>
            <ac:picMk id="24" creationId="{D342DAE7-D2E7-B00E-D84A-B46D999D991D}"/>
          </ac:picMkLst>
        </pc:picChg>
        <pc:picChg chg="add mod">
          <ac:chgData name="Manjunatha, Harshitha" userId="2693a93e-b58d-4ebf-bbbd-41699af5dc69" providerId="ADAL" clId="{FEBD3229-46B3-5147-B7D3-AE5D08016CDC}" dt="2026-04-25T02:44:38.303" v="2263" actId="1035"/>
          <ac:picMkLst>
            <pc:docMk/>
            <pc:sldMk cId="1332291891" sldId="257"/>
            <ac:picMk id="25" creationId="{1A7AC824-B603-67E6-9B85-FC3D107F7AAA}"/>
          </ac:picMkLst>
        </pc:picChg>
        <pc:picChg chg="add del mod">
          <ac:chgData name="Manjunatha, Harshitha" userId="2693a93e-b58d-4ebf-bbbd-41699af5dc69" providerId="ADAL" clId="{FEBD3229-46B3-5147-B7D3-AE5D08016CDC}" dt="2026-04-25T02:43:26.214" v="2241" actId="478"/>
          <ac:picMkLst>
            <pc:docMk/>
            <pc:sldMk cId="1332291891" sldId="257"/>
            <ac:picMk id="26" creationId="{57D6C17E-2A23-9582-111A-A1DC06F1D83C}"/>
          </ac:picMkLst>
        </pc:picChg>
        <pc:picChg chg="add mod">
          <ac:chgData name="Manjunatha, Harshitha" userId="2693a93e-b58d-4ebf-bbbd-41699af5dc69" providerId="ADAL" clId="{FEBD3229-46B3-5147-B7D3-AE5D08016CDC}" dt="2026-04-25T02:44:33.993" v="2255" actId="1076"/>
          <ac:picMkLst>
            <pc:docMk/>
            <pc:sldMk cId="1332291891" sldId="257"/>
            <ac:picMk id="28" creationId="{9507C514-5F52-499F-640D-AA728006431B}"/>
          </ac:picMkLst>
        </pc:picChg>
      </pc:sldChg>
      <pc:sldChg chg="del">
        <pc:chgData name="Manjunatha, Harshitha" userId="2693a93e-b58d-4ebf-bbbd-41699af5dc69" providerId="ADAL" clId="{FEBD3229-46B3-5147-B7D3-AE5D08016CDC}" dt="2026-04-24T22:01:35.522" v="405" actId="2696"/>
        <pc:sldMkLst>
          <pc:docMk/>
          <pc:sldMk cId="4264977537" sldId="259"/>
        </pc:sldMkLst>
      </pc:sldChg>
      <pc:sldChg chg="del">
        <pc:chgData name="Manjunatha, Harshitha" userId="2693a93e-b58d-4ebf-bbbd-41699af5dc69" providerId="ADAL" clId="{FEBD3229-46B3-5147-B7D3-AE5D08016CDC}" dt="2026-04-24T22:01:35.522" v="405" actId="2696"/>
        <pc:sldMkLst>
          <pc:docMk/>
          <pc:sldMk cId="2672039197" sldId="261"/>
        </pc:sldMkLst>
      </pc:sldChg>
      <pc:sldChg chg="del">
        <pc:chgData name="Manjunatha, Harshitha" userId="2693a93e-b58d-4ebf-bbbd-41699af5dc69" providerId="ADAL" clId="{FEBD3229-46B3-5147-B7D3-AE5D08016CDC}" dt="2026-04-24T22:01:35.522" v="405" actId="2696"/>
        <pc:sldMkLst>
          <pc:docMk/>
          <pc:sldMk cId="1484811712" sldId="267"/>
        </pc:sldMkLst>
      </pc:sldChg>
      <pc:sldChg chg="del">
        <pc:chgData name="Manjunatha, Harshitha" userId="2693a93e-b58d-4ebf-bbbd-41699af5dc69" providerId="ADAL" clId="{FEBD3229-46B3-5147-B7D3-AE5D08016CDC}" dt="2026-04-24T22:01:35.522" v="405" actId="2696"/>
        <pc:sldMkLst>
          <pc:docMk/>
          <pc:sldMk cId="3529114326" sldId="268"/>
        </pc:sldMkLst>
      </pc:sldChg>
      <pc:sldChg chg="del">
        <pc:chgData name="Manjunatha, Harshitha" userId="2693a93e-b58d-4ebf-bbbd-41699af5dc69" providerId="ADAL" clId="{FEBD3229-46B3-5147-B7D3-AE5D08016CDC}" dt="2026-04-24T22:01:35.522" v="405" actId="2696"/>
        <pc:sldMkLst>
          <pc:docMk/>
          <pc:sldMk cId="2341911148" sldId="269"/>
        </pc:sldMkLst>
      </pc:sldChg>
      <pc:sldChg chg="del">
        <pc:chgData name="Manjunatha, Harshitha" userId="2693a93e-b58d-4ebf-bbbd-41699af5dc69" providerId="ADAL" clId="{FEBD3229-46B3-5147-B7D3-AE5D08016CDC}" dt="2026-04-24T22:01:35.522" v="405" actId="2696"/>
        <pc:sldMkLst>
          <pc:docMk/>
          <pc:sldMk cId="4123189245" sldId="270"/>
        </pc:sldMkLst>
      </pc:sldChg>
      <pc:sldChg chg="addSp modSp mod ord">
        <pc:chgData name="Manjunatha, Harshitha" userId="2693a93e-b58d-4ebf-bbbd-41699af5dc69" providerId="ADAL" clId="{FEBD3229-46B3-5147-B7D3-AE5D08016CDC}" dt="2026-04-25T02:27:21.045" v="2074"/>
        <pc:sldMkLst>
          <pc:docMk/>
          <pc:sldMk cId="2319046984" sldId="271"/>
        </pc:sldMkLst>
        <pc:spChg chg="add mod">
          <ac:chgData name="Manjunatha, Harshitha" userId="2693a93e-b58d-4ebf-bbbd-41699af5dc69" providerId="ADAL" clId="{FEBD3229-46B3-5147-B7D3-AE5D08016CDC}" dt="2026-04-25T00:48:55.459" v="1626" actId="14100"/>
          <ac:spMkLst>
            <pc:docMk/>
            <pc:sldMk cId="2319046984" sldId="271"/>
            <ac:spMk id="2" creationId="{FF864AE4-C37A-845C-C003-6F4D8B6F437A}"/>
          </ac:spMkLst>
        </pc:spChg>
        <pc:spChg chg="mod">
          <ac:chgData name="Manjunatha, Harshitha" userId="2693a93e-b58d-4ebf-bbbd-41699af5dc69" providerId="ADAL" clId="{FEBD3229-46B3-5147-B7D3-AE5D08016CDC}" dt="2026-04-24T23:39:12.619" v="1216" actId="20577"/>
          <ac:spMkLst>
            <pc:docMk/>
            <pc:sldMk cId="2319046984" sldId="271"/>
            <ac:spMk id="3" creationId="{00000000-0000-0000-0000-000000000000}"/>
          </ac:spMkLst>
        </pc:spChg>
        <pc:spChg chg="mod">
          <ac:chgData name="Manjunatha, Harshitha" userId="2693a93e-b58d-4ebf-bbbd-41699af5dc69" providerId="ADAL" clId="{FEBD3229-46B3-5147-B7D3-AE5D08016CDC}" dt="2026-04-25T00:48:59.595" v="1627" actId="1076"/>
          <ac:spMkLst>
            <pc:docMk/>
            <pc:sldMk cId="2319046984" sldId="271"/>
            <ac:spMk id="4" creationId="{4E2B0936-BD4A-6E48-F170-9EC51B72284E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2319046984" sldId="271"/>
            <ac:spMk id="5" creationId="{AE137C8F-50F3-DDBF-7039-CE7655C13BC1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2319046984" sldId="271"/>
            <ac:spMk id="6" creationId="{8D7C3482-97C1-6432-D6C9-C29CA103BEF6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2319046984" sldId="271"/>
            <ac:spMk id="7" creationId="{08C2D01C-2AFF-D0E7-3C4E-1979632D0C65}"/>
          </ac:spMkLst>
        </pc:spChg>
      </pc:sldChg>
      <pc:sldChg chg="del">
        <pc:chgData name="Manjunatha, Harshitha" userId="2693a93e-b58d-4ebf-bbbd-41699af5dc69" providerId="ADAL" clId="{FEBD3229-46B3-5147-B7D3-AE5D08016CDC}" dt="2026-04-24T22:01:35.522" v="405" actId="2696"/>
        <pc:sldMkLst>
          <pc:docMk/>
          <pc:sldMk cId="2077813435" sldId="272"/>
        </pc:sldMkLst>
      </pc:sldChg>
      <pc:sldChg chg="del">
        <pc:chgData name="Manjunatha, Harshitha" userId="2693a93e-b58d-4ebf-bbbd-41699af5dc69" providerId="ADAL" clId="{FEBD3229-46B3-5147-B7D3-AE5D08016CDC}" dt="2026-04-24T22:01:35.522" v="405" actId="2696"/>
        <pc:sldMkLst>
          <pc:docMk/>
          <pc:sldMk cId="2455918581" sldId="273"/>
        </pc:sldMkLst>
      </pc:sldChg>
      <pc:sldChg chg="addSp delSp modSp mod">
        <pc:chgData name="Manjunatha, Harshitha" userId="2693a93e-b58d-4ebf-bbbd-41699af5dc69" providerId="ADAL" clId="{FEBD3229-46B3-5147-B7D3-AE5D08016CDC}" dt="2026-04-25T02:32:29.213" v="2093" actId="1076"/>
        <pc:sldMkLst>
          <pc:docMk/>
          <pc:sldMk cId="3810276232" sldId="274"/>
        </pc:sldMkLst>
        <pc:spChg chg="mod">
          <ac:chgData name="Manjunatha, Harshitha" userId="2693a93e-b58d-4ebf-bbbd-41699af5dc69" providerId="ADAL" clId="{FEBD3229-46B3-5147-B7D3-AE5D08016CDC}" dt="2026-04-24T21:42:57.856" v="335" actId="2711"/>
          <ac:spMkLst>
            <pc:docMk/>
            <pc:sldMk cId="3810276232" sldId="274"/>
            <ac:spMk id="2" creationId="{95C096E0-69A8-23EF-9C70-AD915A112172}"/>
          </ac:spMkLst>
        </pc:spChg>
        <pc:spChg chg="mod">
          <ac:chgData name="Manjunatha, Harshitha" userId="2693a93e-b58d-4ebf-bbbd-41699af5dc69" providerId="ADAL" clId="{FEBD3229-46B3-5147-B7D3-AE5D08016CDC}" dt="2026-04-24T23:04:58.442" v="886" actId="12"/>
          <ac:spMkLst>
            <pc:docMk/>
            <pc:sldMk cId="3810276232" sldId="274"/>
            <ac:spMk id="3" creationId="{251738CE-B3E1-772C-5AF6-654CD6646115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3810276232" sldId="274"/>
            <ac:spMk id="4" creationId="{D261CB20-ED27-EE76-F731-1A45239E86AC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3810276232" sldId="274"/>
            <ac:spMk id="5" creationId="{318FF3DC-9047-3B7C-F84C-9D072779E69F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3810276232" sldId="274"/>
            <ac:spMk id="6" creationId="{BBB39F38-0660-F561-B9AD-DAC4D8757D68}"/>
          </ac:spMkLst>
        </pc:spChg>
        <pc:spChg chg="add mod">
          <ac:chgData name="Manjunatha, Harshitha" userId="2693a93e-b58d-4ebf-bbbd-41699af5dc69" providerId="ADAL" clId="{FEBD3229-46B3-5147-B7D3-AE5D08016CDC}" dt="2026-04-25T02:32:29.213" v="2093" actId="1076"/>
          <ac:spMkLst>
            <pc:docMk/>
            <pc:sldMk cId="3810276232" sldId="274"/>
            <ac:spMk id="9" creationId="{0684253C-EA4E-BA4A-523D-130F75EFE474}"/>
          </ac:spMkLst>
        </pc:spChg>
        <pc:picChg chg="add del mod">
          <ac:chgData name="Manjunatha, Harshitha" userId="2693a93e-b58d-4ebf-bbbd-41699af5dc69" providerId="ADAL" clId="{FEBD3229-46B3-5147-B7D3-AE5D08016CDC}" dt="2026-04-24T21:23:25.156" v="210" actId="478"/>
          <ac:picMkLst>
            <pc:docMk/>
            <pc:sldMk cId="3810276232" sldId="274"/>
            <ac:picMk id="4" creationId="{0E5B6A92-3456-1C34-AF8E-1D1ED48CF367}"/>
          </ac:picMkLst>
        </pc:picChg>
        <pc:picChg chg="del mod">
          <ac:chgData name="Manjunatha, Harshitha" userId="2693a93e-b58d-4ebf-bbbd-41699af5dc69" providerId="ADAL" clId="{FEBD3229-46B3-5147-B7D3-AE5D08016CDC}" dt="2026-04-24T20:49:23.156" v="80" actId="478"/>
          <ac:picMkLst>
            <pc:docMk/>
            <pc:sldMk cId="3810276232" sldId="274"/>
            <ac:picMk id="5" creationId="{98C6F28A-6F03-B239-6B7E-8D8462B5A091}"/>
          </ac:picMkLst>
        </pc:picChg>
        <pc:picChg chg="add mod">
          <ac:chgData name="Manjunatha, Harshitha" userId="2693a93e-b58d-4ebf-bbbd-41699af5dc69" providerId="ADAL" clId="{FEBD3229-46B3-5147-B7D3-AE5D08016CDC}" dt="2026-04-24T21:43:17.004" v="337" actId="1076"/>
          <ac:picMkLst>
            <pc:docMk/>
            <pc:sldMk cId="3810276232" sldId="274"/>
            <ac:picMk id="7" creationId="{51C874FE-3BAB-1E95-974B-D640DAA50D7B}"/>
          </ac:picMkLst>
        </pc:picChg>
      </pc:sldChg>
      <pc:sldChg chg="del">
        <pc:chgData name="Manjunatha, Harshitha" userId="2693a93e-b58d-4ebf-bbbd-41699af5dc69" providerId="ADAL" clId="{FEBD3229-46B3-5147-B7D3-AE5D08016CDC}" dt="2026-04-24T22:01:35.522" v="405" actId="2696"/>
        <pc:sldMkLst>
          <pc:docMk/>
          <pc:sldMk cId="1622441166" sldId="275"/>
        </pc:sldMkLst>
      </pc:sldChg>
      <pc:sldChg chg="modSp del mod">
        <pc:chgData name="Manjunatha, Harshitha" userId="2693a93e-b58d-4ebf-bbbd-41699af5dc69" providerId="ADAL" clId="{FEBD3229-46B3-5147-B7D3-AE5D08016CDC}" dt="2026-04-24T23:34:19.018" v="1172" actId="2696"/>
        <pc:sldMkLst>
          <pc:docMk/>
          <pc:sldMk cId="3194571100" sldId="276"/>
        </pc:sldMkLst>
        <pc:picChg chg="mod">
          <ac:chgData name="Manjunatha, Harshitha" userId="2693a93e-b58d-4ebf-bbbd-41699af5dc69" providerId="ADAL" clId="{FEBD3229-46B3-5147-B7D3-AE5D08016CDC}" dt="2026-04-24T23:33:53.722" v="1171" actId="1076"/>
          <ac:picMkLst>
            <pc:docMk/>
            <pc:sldMk cId="3194571100" sldId="276"/>
            <ac:picMk id="4" creationId="{6059A179-96B9-FFC7-EFC0-9298040CD554}"/>
          </ac:picMkLst>
        </pc:picChg>
      </pc:sldChg>
      <pc:sldChg chg="del">
        <pc:chgData name="Manjunatha, Harshitha" userId="2693a93e-b58d-4ebf-bbbd-41699af5dc69" providerId="ADAL" clId="{FEBD3229-46B3-5147-B7D3-AE5D08016CDC}" dt="2026-04-24T22:01:35.522" v="405" actId="2696"/>
        <pc:sldMkLst>
          <pc:docMk/>
          <pc:sldMk cId="2937660200" sldId="277"/>
        </pc:sldMkLst>
      </pc:sldChg>
      <pc:sldChg chg="addSp delSp modSp mod">
        <pc:chgData name="Manjunatha, Harshitha" userId="2693a93e-b58d-4ebf-bbbd-41699af5dc69" providerId="ADAL" clId="{FEBD3229-46B3-5147-B7D3-AE5D08016CDC}" dt="2026-04-25T02:27:21.045" v="2074"/>
        <pc:sldMkLst>
          <pc:docMk/>
          <pc:sldMk cId="2697991483" sldId="278"/>
        </pc:sldMkLst>
        <pc:spChg chg="mod">
          <ac:chgData name="Manjunatha, Harshitha" userId="2693a93e-b58d-4ebf-bbbd-41699af5dc69" providerId="ADAL" clId="{FEBD3229-46B3-5147-B7D3-AE5D08016CDC}" dt="2026-04-24T23:39:07.757" v="1215" actId="1076"/>
          <ac:spMkLst>
            <pc:docMk/>
            <pc:sldMk cId="2697991483" sldId="278"/>
            <ac:spMk id="2" creationId="{321871CA-05D6-4CFA-C756-F79519B11CB5}"/>
          </ac:spMkLst>
        </pc:spChg>
        <pc:spChg chg="mod">
          <ac:chgData name="Manjunatha, Harshitha" userId="2693a93e-b58d-4ebf-bbbd-41699af5dc69" providerId="ADAL" clId="{FEBD3229-46B3-5147-B7D3-AE5D08016CDC}" dt="2026-04-24T23:39:03.521" v="1214" actId="1076"/>
          <ac:spMkLst>
            <pc:docMk/>
            <pc:sldMk cId="2697991483" sldId="278"/>
            <ac:spMk id="3" creationId="{13C2884E-B591-5497-744A-E26FB0958B04}"/>
          </ac:spMkLst>
        </pc:spChg>
        <pc:spChg chg="add del mod">
          <ac:chgData name="Manjunatha, Harshitha" userId="2693a93e-b58d-4ebf-bbbd-41699af5dc69" providerId="ADAL" clId="{FEBD3229-46B3-5147-B7D3-AE5D08016CDC}" dt="2026-04-25T00:49:10.678" v="1628" actId="478"/>
          <ac:spMkLst>
            <pc:docMk/>
            <pc:sldMk cId="2697991483" sldId="278"/>
            <ac:spMk id="5" creationId="{E8241809-2C6B-3104-9686-6D4E01F8327B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2697991483" sldId="278"/>
            <ac:spMk id="6" creationId="{9B8D7A56-128A-87DA-6141-685DBACD3A59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2697991483" sldId="278"/>
            <ac:spMk id="7" creationId="{546B7613-B029-3647-367D-03CD56F2F528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2697991483" sldId="278"/>
            <ac:spMk id="8" creationId="{ED4B4921-FDF5-DF36-3ECD-668ED082E3EE}"/>
          </ac:spMkLst>
        </pc:spChg>
      </pc:sldChg>
      <pc:sldChg chg="del">
        <pc:chgData name="Manjunatha, Harshitha" userId="2693a93e-b58d-4ebf-bbbd-41699af5dc69" providerId="ADAL" clId="{FEBD3229-46B3-5147-B7D3-AE5D08016CDC}" dt="2026-04-24T22:01:35.522" v="405" actId="2696"/>
        <pc:sldMkLst>
          <pc:docMk/>
          <pc:sldMk cId="3553768081" sldId="279"/>
        </pc:sldMkLst>
      </pc:sldChg>
      <pc:sldChg chg="del">
        <pc:chgData name="Manjunatha, Harshitha" userId="2693a93e-b58d-4ebf-bbbd-41699af5dc69" providerId="ADAL" clId="{FEBD3229-46B3-5147-B7D3-AE5D08016CDC}" dt="2026-04-24T22:01:35.522" v="405" actId="2696"/>
        <pc:sldMkLst>
          <pc:docMk/>
          <pc:sldMk cId="2988792187" sldId="280"/>
        </pc:sldMkLst>
      </pc:sldChg>
      <pc:sldChg chg="del">
        <pc:chgData name="Manjunatha, Harshitha" userId="2693a93e-b58d-4ebf-bbbd-41699af5dc69" providerId="ADAL" clId="{FEBD3229-46B3-5147-B7D3-AE5D08016CDC}" dt="2026-04-24T22:01:35.522" v="405" actId="2696"/>
        <pc:sldMkLst>
          <pc:docMk/>
          <pc:sldMk cId="4155880039" sldId="281"/>
        </pc:sldMkLst>
      </pc:sldChg>
      <pc:sldChg chg="addSp delSp modSp add mod">
        <pc:chgData name="Manjunatha, Harshitha" userId="2693a93e-b58d-4ebf-bbbd-41699af5dc69" providerId="ADAL" clId="{FEBD3229-46B3-5147-B7D3-AE5D08016CDC}" dt="2026-04-25T03:10:32.242" v="2335" actId="207"/>
        <pc:sldMkLst>
          <pc:docMk/>
          <pc:sldMk cId="1663595892" sldId="282"/>
        </pc:sldMkLst>
        <pc:spChg chg="mod">
          <ac:chgData name="Manjunatha, Harshitha" userId="2693a93e-b58d-4ebf-bbbd-41699af5dc69" providerId="ADAL" clId="{FEBD3229-46B3-5147-B7D3-AE5D08016CDC}" dt="2026-04-24T21:43:50.239" v="340" actId="2711"/>
          <ac:spMkLst>
            <pc:docMk/>
            <pc:sldMk cId="1663595892" sldId="282"/>
            <ac:spMk id="2" creationId="{F3C0680F-746B-8909-463D-D8FD416EE785}"/>
          </ac:spMkLst>
        </pc:spChg>
        <pc:spChg chg="mod">
          <ac:chgData name="Manjunatha, Harshitha" userId="2693a93e-b58d-4ebf-bbbd-41699af5dc69" providerId="ADAL" clId="{FEBD3229-46B3-5147-B7D3-AE5D08016CDC}" dt="2026-04-25T02:22:01.587" v="2036" actId="20577"/>
          <ac:spMkLst>
            <pc:docMk/>
            <pc:sldMk cId="1663595892" sldId="282"/>
            <ac:spMk id="3" creationId="{A67D7F99-8F1D-8D29-0B3E-6F897A87607C}"/>
          </ac:spMkLst>
        </pc:spChg>
        <pc:spChg chg="add mod">
          <ac:chgData name="Manjunatha, Harshitha" userId="2693a93e-b58d-4ebf-bbbd-41699af5dc69" providerId="ADAL" clId="{FEBD3229-46B3-5147-B7D3-AE5D08016CDC}" dt="2026-04-25T03:10:32.242" v="2335" actId="207"/>
          <ac:spMkLst>
            <pc:docMk/>
            <pc:sldMk cId="1663595892" sldId="282"/>
            <ac:spMk id="4" creationId="{48CA465B-F477-F008-FCDC-38E44ED9D3FA}"/>
          </ac:spMkLst>
        </pc:spChg>
        <pc:spChg chg="add mod">
          <ac:chgData name="Manjunatha, Harshitha" userId="2693a93e-b58d-4ebf-bbbd-41699af5dc69" providerId="ADAL" clId="{FEBD3229-46B3-5147-B7D3-AE5D08016CDC}" dt="2026-04-24T20:51:38.084" v="102"/>
          <ac:spMkLst>
            <pc:docMk/>
            <pc:sldMk cId="1663595892" sldId="282"/>
            <ac:spMk id="5" creationId="{459229B5-BB08-91C5-AE55-1B4CC56EB094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1663595892" sldId="282"/>
            <ac:spMk id="5" creationId="{F7E273A1-3FB9-AC01-0185-F893742C1F6A}"/>
          </ac:spMkLst>
        </pc:spChg>
        <pc:spChg chg="add mod">
          <ac:chgData name="Manjunatha, Harshitha" userId="2693a93e-b58d-4ebf-bbbd-41699af5dc69" providerId="ADAL" clId="{FEBD3229-46B3-5147-B7D3-AE5D08016CDC}" dt="2026-04-24T20:51:38.084" v="102"/>
          <ac:spMkLst>
            <pc:docMk/>
            <pc:sldMk cId="1663595892" sldId="282"/>
            <ac:spMk id="6" creationId="{16914F89-A9B8-63D0-0349-8129836A60FF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1663595892" sldId="282"/>
            <ac:spMk id="6" creationId="{ACD4371E-2CA2-4D38-875F-D1BF5E3392AB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1663595892" sldId="282"/>
            <ac:spMk id="7" creationId="{17AE4711-F7F7-5A78-5549-BB1A11B09ABA}"/>
          </ac:spMkLst>
        </pc:spChg>
        <pc:spChg chg="add mod">
          <ac:chgData name="Manjunatha, Harshitha" userId="2693a93e-b58d-4ebf-bbbd-41699af5dc69" providerId="ADAL" clId="{FEBD3229-46B3-5147-B7D3-AE5D08016CDC}" dt="2026-04-24T20:51:38.084" v="102"/>
          <ac:spMkLst>
            <pc:docMk/>
            <pc:sldMk cId="1663595892" sldId="282"/>
            <ac:spMk id="7" creationId="{80ADA5C3-88E9-BB97-E30C-A7B661B824BC}"/>
          </ac:spMkLst>
        </pc:spChg>
        <pc:spChg chg="add del mod">
          <ac:chgData name="Manjunatha, Harshitha" userId="2693a93e-b58d-4ebf-bbbd-41699af5dc69" providerId="ADAL" clId="{FEBD3229-46B3-5147-B7D3-AE5D08016CDC}" dt="2026-04-24T20:52:40.699" v="120" actId="478"/>
          <ac:spMkLst>
            <pc:docMk/>
            <pc:sldMk cId="1663595892" sldId="282"/>
            <ac:spMk id="8" creationId="{7C3C4C71-E513-D2A0-B2B0-7FE87D52D3C6}"/>
          </ac:spMkLst>
        </pc:spChg>
        <pc:spChg chg="add mod">
          <ac:chgData name="Manjunatha, Harshitha" userId="2693a93e-b58d-4ebf-bbbd-41699af5dc69" providerId="ADAL" clId="{FEBD3229-46B3-5147-B7D3-AE5D08016CDC}" dt="2026-04-25T02:33:31.913" v="2102" actId="1076"/>
          <ac:spMkLst>
            <pc:docMk/>
            <pc:sldMk cId="1663595892" sldId="282"/>
            <ac:spMk id="8" creationId="{98A753F4-29CB-EFA9-4EF9-04F0DBE809D5}"/>
          </ac:spMkLst>
        </pc:spChg>
        <pc:spChg chg="add del mod">
          <ac:chgData name="Manjunatha, Harshitha" userId="2693a93e-b58d-4ebf-bbbd-41699af5dc69" providerId="ADAL" clId="{FEBD3229-46B3-5147-B7D3-AE5D08016CDC}" dt="2026-04-24T20:52:40.699" v="120" actId="478"/>
          <ac:spMkLst>
            <pc:docMk/>
            <pc:sldMk cId="1663595892" sldId="282"/>
            <ac:spMk id="9" creationId="{F104D371-CBF6-58A9-EF57-D947A89E2C8F}"/>
          </ac:spMkLst>
        </pc:spChg>
        <pc:spChg chg="add del mod">
          <ac:chgData name="Manjunatha, Harshitha" userId="2693a93e-b58d-4ebf-bbbd-41699af5dc69" providerId="ADAL" clId="{FEBD3229-46B3-5147-B7D3-AE5D08016CDC}" dt="2026-04-24T20:52:40.699" v="120" actId="478"/>
          <ac:spMkLst>
            <pc:docMk/>
            <pc:sldMk cId="1663595892" sldId="282"/>
            <ac:spMk id="10" creationId="{D2CE9EEE-2F50-C024-7F7C-4BF8AB6C5A0A}"/>
          </ac:spMkLst>
        </pc:spChg>
        <pc:picChg chg="add mod">
          <ac:chgData name="Manjunatha, Harshitha" userId="2693a93e-b58d-4ebf-bbbd-41699af5dc69" providerId="ADAL" clId="{FEBD3229-46B3-5147-B7D3-AE5D08016CDC}" dt="2026-04-25T02:33:39.295" v="2104" actId="1582"/>
          <ac:picMkLst>
            <pc:docMk/>
            <pc:sldMk cId="1663595892" sldId="282"/>
            <ac:picMk id="11" creationId="{3FF02636-7F48-1580-2620-09F967DA4F90}"/>
          </ac:picMkLst>
        </pc:picChg>
      </pc:sldChg>
      <pc:sldChg chg="addSp delSp modSp add mod">
        <pc:chgData name="Manjunatha, Harshitha" userId="2693a93e-b58d-4ebf-bbbd-41699af5dc69" providerId="ADAL" clId="{FEBD3229-46B3-5147-B7D3-AE5D08016CDC}" dt="2026-04-25T03:10:27.808" v="2334" actId="207"/>
        <pc:sldMkLst>
          <pc:docMk/>
          <pc:sldMk cId="4111200808" sldId="283"/>
        </pc:sldMkLst>
        <pc:spChg chg="mod">
          <ac:chgData name="Manjunatha, Harshitha" userId="2693a93e-b58d-4ebf-bbbd-41699af5dc69" providerId="ADAL" clId="{FEBD3229-46B3-5147-B7D3-AE5D08016CDC}" dt="2026-04-24T21:44:05.711" v="343" actId="2711"/>
          <ac:spMkLst>
            <pc:docMk/>
            <pc:sldMk cId="4111200808" sldId="283"/>
            <ac:spMk id="2" creationId="{19AFDA2D-CA64-EE7D-03E8-27B638EF808F}"/>
          </ac:spMkLst>
        </pc:spChg>
        <pc:spChg chg="mod">
          <ac:chgData name="Manjunatha, Harshitha" userId="2693a93e-b58d-4ebf-bbbd-41699af5dc69" providerId="ADAL" clId="{FEBD3229-46B3-5147-B7D3-AE5D08016CDC}" dt="2026-04-25T02:22:08.472" v="2037" actId="20577"/>
          <ac:spMkLst>
            <pc:docMk/>
            <pc:sldMk cId="4111200808" sldId="283"/>
            <ac:spMk id="3" creationId="{86C60D9F-54CF-E00A-2F61-9720F98CB60D}"/>
          </ac:spMkLst>
        </pc:spChg>
        <pc:spChg chg="mod">
          <ac:chgData name="Manjunatha, Harshitha" userId="2693a93e-b58d-4ebf-bbbd-41699af5dc69" providerId="ADAL" clId="{FEBD3229-46B3-5147-B7D3-AE5D08016CDC}" dt="2026-04-25T03:10:27.808" v="2334" actId="207"/>
          <ac:spMkLst>
            <pc:docMk/>
            <pc:sldMk cId="4111200808" sldId="283"/>
            <ac:spMk id="4" creationId="{3A0A536E-31EA-333D-2317-3912BD5FE4A5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4111200808" sldId="283"/>
            <ac:spMk id="6" creationId="{AA0AD335-E20E-8FDC-7DB5-8B93A79EA73C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4111200808" sldId="283"/>
            <ac:spMk id="7" creationId="{A9F15C0B-3439-2475-A5E9-FD1FE61F294E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4111200808" sldId="283"/>
            <ac:spMk id="8" creationId="{FEB4719C-1044-7EAC-3C79-855177224444}"/>
          </ac:spMkLst>
        </pc:spChg>
        <pc:spChg chg="add mod">
          <ac:chgData name="Manjunatha, Harshitha" userId="2693a93e-b58d-4ebf-bbbd-41699af5dc69" providerId="ADAL" clId="{FEBD3229-46B3-5147-B7D3-AE5D08016CDC}" dt="2026-04-25T02:34:31.146" v="2120" actId="122"/>
          <ac:spMkLst>
            <pc:docMk/>
            <pc:sldMk cId="4111200808" sldId="283"/>
            <ac:spMk id="10" creationId="{668C889C-6077-94AD-0F5D-9E00030093E4}"/>
          </ac:spMkLst>
        </pc:spChg>
        <pc:spChg chg="add del mod">
          <ac:chgData name="Manjunatha, Harshitha" userId="2693a93e-b58d-4ebf-bbbd-41699af5dc69" providerId="ADAL" clId="{FEBD3229-46B3-5147-B7D3-AE5D08016CDC}" dt="2026-04-25T02:35:00.914" v="2125"/>
          <ac:spMkLst>
            <pc:docMk/>
            <pc:sldMk cId="4111200808" sldId="283"/>
            <ac:spMk id="11" creationId="{41839042-008D-350F-1792-E0D9F95AD746}"/>
          </ac:spMkLst>
        </pc:spChg>
        <pc:picChg chg="add mod">
          <ac:chgData name="Manjunatha, Harshitha" userId="2693a93e-b58d-4ebf-bbbd-41699af5dc69" providerId="ADAL" clId="{FEBD3229-46B3-5147-B7D3-AE5D08016CDC}" dt="2026-04-25T02:34:56.729" v="2123" actId="1582"/>
          <ac:picMkLst>
            <pc:docMk/>
            <pc:sldMk cId="4111200808" sldId="283"/>
            <ac:picMk id="5" creationId="{AC583B39-8E85-0590-3EBC-2404DF0F3AE2}"/>
          </ac:picMkLst>
        </pc:picChg>
      </pc:sldChg>
      <pc:sldChg chg="addSp delSp modSp add mod">
        <pc:chgData name="Manjunatha, Harshitha" userId="2693a93e-b58d-4ebf-bbbd-41699af5dc69" providerId="ADAL" clId="{FEBD3229-46B3-5147-B7D3-AE5D08016CDC}" dt="2026-04-25T03:10:23.358" v="2333" actId="207"/>
        <pc:sldMkLst>
          <pc:docMk/>
          <pc:sldMk cId="770562717" sldId="284"/>
        </pc:sldMkLst>
        <pc:spChg chg="mod">
          <ac:chgData name="Manjunatha, Harshitha" userId="2693a93e-b58d-4ebf-bbbd-41699af5dc69" providerId="ADAL" clId="{FEBD3229-46B3-5147-B7D3-AE5D08016CDC}" dt="2026-04-24T20:58:19.528" v="154" actId="207"/>
          <ac:spMkLst>
            <pc:docMk/>
            <pc:sldMk cId="770562717" sldId="284"/>
            <ac:spMk id="2" creationId="{0325E22E-7008-D34E-742D-8152E2444A6A}"/>
          </ac:spMkLst>
        </pc:spChg>
        <pc:spChg chg="mod">
          <ac:chgData name="Manjunatha, Harshitha" userId="2693a93e-b58d-4ebf-bbbd-41699af5dc69" providerId="ADAL" clId="{FEBD3229-46B3-5147-B7D3-AE5D08016CDC}" dt="2026-04-25T02:22:17.279" v="2040" actId="20577"/>
          <ac:spMkLst>
            <pc:docMk/>
            <pc:sldMk cId="770562717" sldId="284"/>
            <ac:spMk id="3" creationId="{87800E0B-CBB1-26E9-1E87-A016E0AB05E1}"/>
          </ac:spMkLst>
        </pc:spChg>
        <pc:spChg chg="mod">
          <ac:chgData name="Manjunatha, Harshitha" userId="2693a93e-b58d-4ebf-bbbd-41699af5dc69" providerId="ADAL" clId="{FEBD3229-46B3-5147-B7D3-AE5D08016CDC}" dt="2026-04-25T03:10:23.358" v="2333" actId="207"/>
          <ac:spMkLst>
            <pc:docMk/>
            <pc:sldMk cId="770562717" sldId="284"/>
            <ac:spMk id="4" creationId="{20E7CB9F-3CB6-5276-902C-B98D3E210A2B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770562717" sldId="284"/>
            <ac:spMk id="5" creationId="{94293891-0E84-D52A-49CD-CE4933A7B92B}"/>
          </ac:spMkLst>
        </pc:spChg>
        <pc:spChg chg="add del mod">
          <ac:chgData name="Manjunatha, Harshitha" userId="2693a93e-b58d-4ebf-bbbd-41699af5dc69" providerId="ADAL" clId="{FEBD3229-46B3-5147-B7D3-AE5D08016CDC}" dt="2026-04-24T20:59:04.195" v="170"/>
          <ac:spMkLst>
            <pc:docMk/>
            <pc:sldMk cId="770562717" sldId="284"/>
            <ac:spMk id="5" creationId="{E8657C76-D592-FDA9-A9D0-F7D5B5A79C3C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770562717" sldId="284"/>
            <ac:spMk id="6" creationId="{166EF293-BA36-62E7-E24A-1A4CC354C362}"/>
          </ac:spMkLst>
        </pc:spChg>
        <pc:spChg chg="add del mod">
          <ac:chgData name="Manjunatha, Harshitha" userId="2693a93e-b58d-4ebf-bbbd-41699af5dc69" providerId="ADAL" clId="{FEBD3229-46B3-5147-B7D3-AE5D08016CDC}" dt="2026-04-24T20:59:03.719" v="168"/>
          <ac:spMkLst>
            <pc:docMk/>
            <pc:sldMk cId="770562717" sldId="284"/>
            <ac:spMk id="6" creationId="{7BBD546D-E8CA-70AA-E363-FE5759FB2FB9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770562717" sldId="284"/>
            <ac:spMk id="7" creationId="{40895B92-6E57-8F20-B0BE-3C29DC8F349A}"/>
          </ac:spMkLst>
        </pc:spChg>
        <pc:spChg chg="add del mod">
          <ac:chgData name="Manjunatha, Harshitha" userId="2693a93e-b58d-4ebf-bbbd-41699af5dc69" providerId="ADAL" clId="{FEBD3229-46B3-5147-B7D3-AE5D08016CDC}" dt="2026-04-24T20:59:03.234" v="166"/>
          <ac:spMkLst>
            <pc:docMk/>
            <pc:sldMk cId="770562717" sldId="284"/>
            <ac:spMk id="7" creationId="{A3B3EE09-1EBC-136B-F5CE-26CDB9AF882E}"/>
          </ac:spMkLst>
        </pc:spChg>
        <pc:spChg chg="add del mod">
          <ac:chgData name="Manjunatha, Harshitha" userId="2693a93e-b58d-4ebf-bbbd-41699af5dc69" providerId="ADAL" clId="{FEBD3229-46B3-5147-B7D3-AE5D08016CDC}" dt="2026-04-24T20:59:05.756" v="172"/>
          <ac:spMkLst>
            <pc:docMk/>
            <pc:sldMk cId="770562717" sldId="284"/>
            <ac:spMk id="8" creationId="{E866F286-CAEA-C6EA-244D-7A78FB7034EE}"/>
          </ac:spMkLst>
        </pc:spChg>
        <pc:spChg chg="add mod">
          <ac:chgData name="Manjunatha, Harshitha" userId="2693a93e-b58d-4ebf-bbbd-41699af5dc69" providerId="ADAL" clId="{FEBD3229-46B3-5147-B7D3-AE5D08016CDC}" dt="2026-04-25T02:36:04.845" v="2143" actId="1076"/>
          <ac:spMkLst>
            <pc:docMk/>
            <pc:sldMk cId="770562717" sldId="284"/>
            <ac:spMk id="10" creationId="{9515DDCA-C321-8A61-7E17-8C471E0AC095}"/>
          </ac:spMkLst>
        </pc:spChg>
        <pc:picChg chg="add mod">
          <ac:chgData name="Manjunatha, Harshitha" userId="2693a93e-b58d-4ebf-bbbd-41699af5dc69" providerId="ADAL" clId="{FEBD3229-46B3-5147-B7D3-AE5D08016CDC}" dt="2026-04-25T02:35:25.379" v="2128" actId="1582"/>
          <ac:picMkLst>
            <pc:docMk/>
            <pc:sldMk cId="770562717" sldId="284"/>
            <ac:picMk id="9" creationId="{7430BCA7-5FEE-1D90-46B5-194C71C66A65}"/>
          </ac:picMkLst>
        </pc:picChg>
      </pc:sldChg>
      <pc:sldChg chg="addSp delSp modSp add mod ord">
        <pc:chgData name="Manjunatha, Harshitha" userId="2693a93e-b58d-4ebf-bbbd-41699af5dc69" providerId="ADAL" clId="{FEBD3229-46B3-5147-B7D3-AE5D08016CDC}" dt="2026-04-25T02:27:21.045" v="2074"/>
        <pc:sldMkLst>
          <pc:docMk/>
          <pc:sldMk cId="4072366404" sldId="285"/>
        </pc:sldMkLst>
        <pc:spChg chg="mod">
          <ac:chgData name="Manjunatha, Harshitha" userId="2693a93e-b58d-4ebf-bbbd-41699af5dc69" providerId="ADAL" clId="{FEBD3229-46B3-5147-B7D3-AE5D08016CDC}" dt="2026-04-24T21:32:28.597" v="266" actId="1037"/>
          <ac:spMkLst>
            <pc:docMk/>
            <pc:sldMk cId="4072366404" sldId="285"/>
            <ac:spMk id="2" creationId="{28DA8F26-9124-9692-722C-E6117184272F}"/>
          </ac:spMkLst>
        </pc:spChg>
        <pc:spChg chg="mod">
          <ac:chgData name="Manjunatha, Harshitha" userId="2693a93e-b58d-4ebf-bbbd-41699af5dc69" providerId="ADAL" clId="{FEBD3229-46B3-5147-B7D3-AE5D08016CDC}" dt="2026-04-24T21:42:24.141" v="333" actId="255"/>
          <ac:spMkLst>
            <pc:docMk/>
            <pc:sldMk cId="4072366404" sldId="285"/>
            <ac:spMk id="3" creationId="{CF64C10A-C9EF-766D-E0EA-EC7545B4B540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4072366404" sldId="285"/>
            <ac:spMk id="4" creationId="{BE6188E8-02E1-8E3F-82CA-D147322F6BB7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4072366404" sldId="285"/>
            <ac:spMk id="5" creationId="{348D69ED-E081-0994-F466-2F168E78D2FE}"/>
          </ac:spMkLst>
        </pc:spChg>
        <pc:spChg chg="add del mod">
          <ac:chgData name="Manjunatha, Harshitha" userId="2693a93e-b58d-4ebf-bbbd-41699af5dc69" providerId="ADAL" clId="{FEBD3229-46B3-5147-B7D3-AE5D08016CDC}" dt="2026-04-24T21:29:35.564" v="232" actId="478"/>
          <ac:spMkLst>
            <pc:docMk/>
            <pc:sldMk cId="4072366404" sldId="285"/>
            <ac:spMk id="5" creationId="{70B3F83A-97A1-8031-78EF-44659F627632}"/>
          </ac:spMkLst>
        </pc:spChg>
        <pc:spChg chg="add mod">
          <ac:chgData name="Manjunatha, Harshitha" userId="2693a93e-b58d-4ebf-bbbd-41699af5dc69" providerId="ADAL" clId="{FEBD3229-46B3-5147-B7D3-AE5D08016CDC}" dt="2026-04-24T21:32:13.183" v="261" actId="1076"/>
          <ac:spMkLst>
            <pc:docMk/>
            <pc:sldMk cId="4072366404" sldId="285"/>
            <ac:spMk id="6" creationId="{55D0CA91-F118-1DFB-8CA4-F0EC86C4C81B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4072366404" sldId="285"/>
            <ac:spMk id="7" creationId="{FF719E99-26A3-11E5-61D9-E1DAA209238F}"/>
          </ac:spMkLst>
        </pc:spChg>
      </pc:sldChg>
      <pc:sldChg chg="addSp modSp add mod">
        <pc:chgData name="Manjunatha, Harshitha" userId="2693a93e-b58d-4ebf-bbbd-41699af5dc69" providerId="ADAL" clId="{FEBD3229-46B3-5147-B7D3-AE5D08016CDC}" dt="2026-04-25T03:08:25.726" v="2315" actId="1076"/>
        <pc:sldMkLst>
          <pc:docMk/>
          <pc:sldMk cId="4002389120" sldId="286"/>
        </pc:sldMkLst>
        <pc:spChg chg="mod">
          <ac:chgData name="Manjunatha, Harshitha" userId="2693a93e-b58d-4ebf-bbbd-41699af5dc69" providerId="ADAL" clId="{FEBD3229-46B3-5147-B7D3-AE5D08016CDC}" dt="2026-04-25T03:08:25.726" v="2315" actId="1076"/>
          <ac:spMkLst>
            <pc:docMk/>
            <pc:sldMk cId="4002389120" sldId="286"/>
            <ac:spMk id="2" creationId="{B5656EC7-E139-39E7-985B-7D727D74D9F3}"/>
          </ac:spMkLst>
        </pc:spChg>
        <pc:spChg chg="mod">
          <ac:chgData name="Manjunatha, Harshitha" userId="2693a93e-b58d-4ebf-bbbd-41699af5dc69" providerId="ADAL" clId="{FEBD3229-46B3-5147-B7D3-AE5D08016CDC}" dt="2026-04-25T02:21:43.438" v="2034" actId="20577"/>
          <ac:spMkLst>
            <pc:docMk/>
            <pc:sldMk cId="4002389120" sldId="286"/>
            <ac:spMk id="3" creationId="{AA5E5642-D004-732B-4C42-4E0414CE3769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4002389120" sldId="286"/>
            <ac:spMk id="4" creationId="{11108C71-9915-9B75-0B32-1D70672DE3F8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4002389120" sldId="286"/>
            <ac:spMk id="5" creationId="{81EA1F91-F145-1959-7846-C8E04EA96854}"/>
          </ac:spMkLst>
        </pc:spChg>
        <pc:spChg chg="mod">
          <ac:chgData name="Manjunatha, Harshitha" userId="2693a93e-b58d-4ebf-bbbd-41699af5dc69" providerId="ADAL" clId="{FEBD3229-46B3-5147-B7D3-AE5D08016CDC}" dt="2026-04-24T21:41:59.846" v="329" actId="1076"/>
          <ac:spMkLst>
            <pc:docMk/>
            <pc:sldMk cId="4002389120" sldId="286"/>
            <ac:spMk id="6" creationId="{0BA4F5A8-CF3B-8109-C94F-9A12E5F122D0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4002389120" sldId="286"/>
            <ac:spMk id="7" creationId="{4FBE5B63-C710-49FB-D980-5A7B359C7277}"/>
          </ac:spMkLst>
        </pc:spChg>
      </pc:sldChg>
      <pc:sldChg chg="addSp delSp modSp add mod">
        <pc:chgData name="Manjunatha, Harshitha" userId="2693a93e-b58d-4ebf-bbbd-41699af5dc69" providerId="ADAL" clId="{FEBD3229-46B3-5147-B7D3-AE5D08016CDC}" dt="2026-04-25T03:10:12.734" v="2331" actId="20577"/>
        <pc:sldMkLst>
          <pc:docMk/>
          <pc:sldMk cId="1138271141" sldId="287"/>
        </pc:sldMkLst>
        <pc:spChg chg="mod">
          <ac:chgData name="Manjunatha, Harshitha" userId="2693a93e-b58d-4ebf-bbbd-41699af5dc69" providerId="ADAL" clId="{FEBD3229-46B3-5147-B7D3-AE5D08016CDC}" dt="2026-04-25T03:09:07.757" v="2319" actId="1076"/>
          <ac:spMkLst>
            <pc:docMk/>
            <pc:sldMk cId="1138271141" sldId="287"/>
            <ac:spMk id="2" creationId="{11FD1585-4CAE-FC82-8CF1-43CCDE51858C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1138271141" sldId="287"/>
            <ac:spMk id="3" creationId="{05148E17-CE99-3441-E05D-564A7D22D70A}"/>
          </ac:spMkLst>
        </pc:spChg>
        <pc:spChg chg="del mod">
          <ac:chgData name="Manjunatha, Harshitha" userId="2693a93e-b58d-4ebf-bbbd-41699af5dc69" providerId="ADAL" clId="{FEBD3229-46B3-5147-B7D3-AE5D08016CDC}" dt="2026-04-24T22:35:02.758" v="679" actId="478"/>
          <ac:spMkLst>
            <pc:docMk/>
            <pc:sldMk cId="1138271141" sldId="287"/>
            <ac:spMk id="3" creationId="{D7B479DB-3569-F181-E474-D52D98D6DA5E}"/>
          </ac:spMkLst>
        </pc:spChg>
        <pc:spChg chg="mod">
          <ac:chgData name="Manjunatha, Harshitha" userId="2693a93e-b58d-4ebf-bbbd-41699af5dc69" providerId="ADAL" clId="{FEBD3229-46B3-5147-B7D3-AE5D08016CDC}" dt="2026-04-25T03:10:12.734" v="2331" actId="20577"/>
          <ac:spMkLst>
            <pc:docMk/>
            <pc:sldMk cId="1138271141" sldId="287"/>
            <ac:spMk id="4" creationId="{41A04E14-B561-D711-D399-40BB4044F20B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1138271141" sldId="287"/>
            <ac:spMk id="5" creationId="{BA500142-85CD-C0D7-4227-35B06BBD3BA2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1138271141" sldId="287"/>
            <ac:spMk id="7" creationId="{EE9BD71D-20C2-EC3C-402B-B00F4D9E0373}"/>
          </ac:spMkLst>
        </pc:spChg>
        <pc:spChg chg="add del mod">
          <ac:chgData name="Manjunatha, Harshitha" userId="2693a93e-b58d-4ebf-bbbd-41699af5dc69" providerId="ADAL" clId="{FEBD3229-46B3-5147-B7D3-AE5D08016CDC}" dt="2026-04-24T22:35:09.605" v="681" actId="478"/>
          <ac:spMkLst>
            <pc:docMk/>
            <pc:sldMk cId="1138271141" sldId="287"/>
            <ac:spMk id="8" creationId="{30039660-9F44-AEB8-2B92-B3F2203B52FA}"/>
          </ac:spMkLst>
        </pc:spChg>
        <pc:spChg chg="add mod">
          <ac:chgData name="Manjunatha, Harshitha" userId="2693a93e-b58d-4ebf-bbbd-41699af5dc69" providerId="ADAL" clId="{FEBD3229-46B3-5147-B7D3-AE5D08016CDC}" dt="2026-04-25T02:36:34.732" v="2158" actId="1076"/>
          <ac:spMkLst>
            <pc:docMk/>
            <pc:sldMk cId="1138271141" sldId="287"/>
            <ac:spMk id="11" creationId="{E0CBCBE4-A00F-E0A0-67A8-6A822701570D}"/>
          </ac:spMkLst>
        </pc:spChg>
        <pc:picChg chg="add mod">
          <ac:chgData name="Manjunatha, Harshitha" userId="2693a93e-b58d-4ebf-bbbd-41699af5dc69" providerId="ADAL" clId="{FEBD3229-46B3-5147-B7D3-AE5D08016CDC}" dt="2026-04-25T02:36:25.045" v="2156" actId="1582"/>
          <ac:picMkLst>
            <pc:docMk/>
            <pc:sldMk cId="1138271141" sldId="287"/>
            <ac:picMk id="6" creationId="{1A96E4F6-72A2-34F9-130E-616E550C389B}"/>
          </ac:picMkLst>
        </pc:picChg>
        <pc:picChg chg="del">
          <ac:chgData name="Manjunatha, Harshitha" userId="2693a93e-b58d-4ebf-bbbd-41699af5dc69" providerId="ADAL" clId="{FEBD3229-46B3-5147-B7D3-AE5D08016CDC}" dt="2026-04-24T21:46:23.891" v="367" actId="478"/>
          <ac:picMkLst>
            <pc:docMk/>
            <pc:sldMk cId="1138271141" sldId="287"/>
            <ac:picMk id="9" creationId="{999E7DD9-3715-5A76-2742-B03CC557CF2F}"/>
          </ac:picMkLst>
        </pc:picChg>
      </pc:sldChg>
      <pc:sldChg chg="addSp delSp modSp add mod">
        <pc:chgData name="Manjunatha, Harshitha" userId="2693a93e-b58d-4ebf-bbbd-41699af5dc69" providerId="ADAL" clId="{FEBD3229-46B3-5147-B7D3-AE5D08016CDC}" dt="2026-04-25T03:10:05.025" v="2329" actId="20577"/>
        <pc:sldMkLst>
          <pc:docMk/>
          <pc:sldMk cId="1137112816" sldId="288"/>
        </pc:sldMkLst>
        <pc:spChg chg="mod">
          <ac:chgData name="Manjunatha, Harshitha" userId="2693a93e-b58d-4ebf-bbbd-41699af5dc69" providerId="ADAL" clId="{FEBD3229-46B3-5147-B7D3-AE5D08016CDC}" dt="2026-04-25T03:09:36.107" v="2324" actId="1076"/>
          <ac:spMkLst>
            <pc:docMk/>
            <pc:sldMk cId="1137112816" sldId="288"/>
            <ac:spMk id="2" creationId="{7F8A9688-7C14-AE0C-F5AA-11619DC6D14F}"/>
          </ac:spMkLst>
        </pc:spChg>
        <pc:spChg chg="del">
          <ac:chgData name="Manjunatha, Harshitha" userId="2693a93e-b58d-4ebf-bbbd-41699af5dc69" providerId="ADAL" clId="{FEBD3229-46B3-5147-B7D3-AE5D08016CDC}" dt="2026-04-24T22:06:21.995" v="424" actId="478"/>
          <ac:spMkLst>
            <pc:docMk/>
            <pc:sldMk cId="1137112816" sldId="288"/>
            <ac:spMk id="3" creationId="{2E4F1491-4971-3309-8D69-382DA86B6A8C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1137112816" sldId="288"/>
            <ac:spMk id="3" creationId="{989BEBDD-07C4-8F93-B7E6-4AC1B154D1DF}"/>
          </ac:spMkLst>
        </pc:spChg>
        <pc:spChg chg="mod">
          <ac:chgData name="Manjunatha, Harshitha" userId="2693a93e-b58d-4ebf-bbbd-41699af5dc69" providerId="ADAL" clId="{FEBD3229-46B3-5147-B7D3-AE5D08016CDC}" dt="2026-04-25T03:10:05.025" v="2329" actId="20577"/>
          <ac:spMkLst>
            <pc:docMk/>
            <pc:sldMk cId="1137112816" sldId="288"/>
            <ac:spMk id="4" creationId="{2CB665D0-5CEF-C599-3C89-7B85486258AA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1137112816" sldId="288"/>
            <ac:spMk id="5" creationId="{C1290E03-E837-562E-3C50-07A6FC19CCE7}"/>
          </ac:spMkLst>
        </pc:spChg>
        <pc:spChg chg="add del mod">
          <ac:chgData name="Manjunatha, Harshitha" userId="2693a93e-b58d-4ebf-bbbd-41699af5dc69" providerId="ADAL" clId="{FEBD3229-46B3-5147-B7D3-AE5D08016CDC}" dt="2026-04-24T22:06:29.019" v="425" actId="478"/>
          <ac:spMkLst>
            <pc:docMk/>
            <pc:sldMk cId="1137112816" sldId="288"/>
            <ac:spMk id="6" creationId="{60A0A1B1-A95E-52E6-D730-EAF82C931868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1137112816" sldId="288"/>
            <ac:spMk id="6" creationId="{BED2E3EF-1889-28AE-050E-4565BE59A683}"/>
          </ac:spMkLst>
        </pc:spChg>
        <pc:spChg chg="add del mod">
          <ac:chgData name="Manjunatha, Harshitha" userId="2693a93e-b58d-4ebf-bbbd-41699af5dc69" providerId="ADAL" clId="{FEBD3229-46B3-5147-B7D3-AE5D08016CDC}" dt="2026-04-24T22:09:25.062" v="457" actId="478"/>
          <ac:spMkLst>
            <pc:docMk/>
            <pc:sldMk cId="1137112816" sldId="288"/>
            <ac:spMk id="7" creationId="{49ABF1BE-1BEE-AFF8-BA94-1BD63A0CCA68}"/>
          </ac:spMkLst>
        </pc:spChg>
        <pc:spChg chg="add del mod">
          <ac:chgData name="Manjunatha, Harshitha" userId="2693a93e-b58d-4ebf-bbbd-41699af5dc69" providerId="ADAL" clId="{FEBD3229-46B3-5147-B7D3-AE5D08016CDC}" dt="2026-04-24T22:06:54.846" v="430" actId="478"/>
          <ac:spMkLst>
            <pc:docMk/>
            <pc:sldMk cId="1137112816" sldId="288"/>
            <ac:spMk id="8" creationId="{50FCC17E-9AD3-D90E-EE77-A32D1B31E89C}"/>
          </ac:spMkLst>
        </pc:spChg>
        <pc:spChg chg="add del mod">
          <ac:chgData name="Manjunatha, Harshitha" userId="2693a93e-b58d-4ebf-bbbd-41699af5dc69" providerId="ADAL" clId="{FEBD3229-46B3-5147-B7D3-AE5D08016CDC}" dt="2026-04-24T22:09:28.516" v="459" actId="478"/>
          <ac:spMkLst>
            <pc:docMk/>
            <pc:sldMk cId="1137112816" sldId="288"/>
            <ac:spMk id="9" creationId="{ECACD888-28B6-BCD4-8485-E31D452FB53C}"/>
          </ac:spMkLst>
        </pc:spChg>
        <pc:spChg chg="add del mod">
          <ac:chgData name="Manjunatha, Harshitha" userId="2693a93e-b58d-4ebf-bbbd-41699af5dc69" providerId="ADAL" clId="{FEBD3229-46B3-5147-B7D3-AE5D08016CDC}" dt="2026-04-24T22:09:26.971" v="458" actId="478"/>
          <ac:spMkLst>
            <pc:docMk/>
            <pc:sldMk cId="1137112816" sldId="288"/>
            <ac:spMk id="10" creationId="{06566C89-0A60-760B-9E53-399E24C12D51}"/>
          </ac:spMkLst>
        </pc:spChg>
        <pc:spChg chg="add del mod">
          <ac:chgData name="Manjunatha, Harshitha" userId="2693a93e-b58d-4ebf-bbbd-41699af5dc69" providerId="ADAL" clId="{FEBD3229-46B3-5147-B7D3-AE5D08016CDC}" dt="2026-04-24T22:09:30.363" v="460" actId="478"/>
          <ac:spMkLst>
            <pc:docMk/>
            <pc:sldMk cId="1137112816" sldId="288"/>
            <ac:spMk id="11" creationId="{AFE31C9C-5977-D5A7-6935-89119824F147}"/>
          </ac:spMkLst>
        </pc:spChg>
        <pc:graphicFrameChg chg="add del mod modGraphic">
          <ac:chgData name="Manjunatha, Harshitha" userId="2693a93e-b58d-4ebf-bbbd-41699af5dc69" providerId="ADAL" clId="{FEBD3229-46B3-5147-B7D3-AE5D08016CDC}" dt="2026-04-24T22:11:38.102" v="481" actId="478"/>
          <ac:graphicFrameMkLst>
            <pc:docMk/>
            <pc:sldMk cId="1137112816" sldId="288"/>
            <ac:graphicFrameMk id="12" creationId="{F85002AA-0323-05F6-8C5A-4F718FE92C7F}"/>
          </ac:graphicFrameMkLst>
        </pc:graphicFrameChg>
        <pc:graphicFrameChg chg="add del mod modGraphic">
          <ac:chgData name="Manjunatha, Harshitha" userId="2693a93e-b58d-4ebf-bbbd-41699af5dc69" providerId="ADAL" clId="{FEBD3229-46B3-5147-B7D3-AE5D08016CDC}" dt="2026-04-24T22:12:59.419" v="492" actId="478"/>
          <ac:graphicFrameMkLst>
            <pc:docMk/>
            <pc:sldMk cId="1137112816" sldId="288"/>
            <ac:graphicFrameMk id="13" creationId="{0FA06FF3-0E4B-ECD2-299B-C8729C430522}"/>
          </ac:graphicFrameMkLst>
        </pc:graphicFrameChg>
        <pc:graphicFrameChg chg="add mod modGraphic">
          <ac:chgData name="Manjunatha, Harshitha" userId="2693a93e-b58d-4ebf-bbbd-41699af5dc69" providerId="ADAL" clId="{FEBD3229-46B3-5147-B7D3-AE5D08016CDC}" dt="2026-04-25T02:36:41.823" v="2159" actId="14100"/>
          <ac:graphicFrameMkLst>
            <pc:docMk/>
            <pc:sldMk cId="1137112816" sldId="288"/>
            <ac:graphicFrameMk id="14" creationId="{1B47FE6A-226E-D356-8D38-AB033F17DC25}"/>
          </ac:graphicFrameMkLst>
        </pc:graphicFrameChg>
      </pc:sldChg>
      <pc:sldChg chg="addSp delSp modSp add mod">
        <pc:chgData name="Manjunatha, Harshitha" userId="2693a93e-b58d-4ebf-bbbd-41699af5dc69" providerId="ADAL" clId="{FEBD3229-46B3-5147-B7D3-AE5D08016CDC}" dt="2026-04-25T03:10:02.024" v="2328" actId="20577"/>
        <pc:sldMkLst>
          <pc:docMk/>
          <pc:sldMk cId="274664771" sldId="289"/>
        </pc:sldMkLst>
        <pc:spChg chg="mod">
          <ac:chgData name="Manjunatha, Harshitha" userId="2693a93e-b58d-4ebf-bbbd-41699af5dc69" providerId="ADAL" clId="{FEBD3229-46B3-5147-B7D3-AE5D08016CDC}" dt="2026-04-25T03:09:52.774" v="2326" actId="1076"/>
          <ac:spMkLst>
            <pc:docMk/>
            <pc:sldMk cId="274664771" sldId="289"/>
            <ac:spMk id="2" creationId="{755426C5-ED10-500A-1D2C-84E4EB370DB7}"/>
          </ac:spMkLst>
        </pc:spChg>
        <pc:spChg chg="add mod">
          <ac:chgData name="Manjunatha, Harshitha" userId="2693a93e-b58d-4ebf-bbbd-41699af5dc69" providerId="ADAL" clId="{FEBD3229-46B3-5147-B7D3-AE5D08016CDC}" dt="2026-04-24T22:26:23.856" v="622" actId="20577"/>
          <ac:spMkLst>
            <pc:docMk/>
            <pc:sldMk cId="274664771" sldId="289"/>
            <ac:spMk id="3" creationId="{F7686610-3796-BF73-F444-DC8E51B01E39}"/>
          </ac:spMkLst>
        </pc:spChg>
        <pc:spChg chg="mod">
          <ac:chgData name="Manjunatha, Harshitha" userId="2693a93e-b58d-4ebf-bbbd-41699af5dc69" providerId="ADAL" clId="{FEBD3229-46B3-5147-B7D3-AE5D08016CDC}" dt="2026-04-25T03:10:02.024" v="2328" actId="20577"/>
          <ac:spMkLst>
            <pc:docMk/>
            <pc:sldMk cId="274664771" sldId="289"/>
            <ac:spMk id="4" creationId="{2C7DF8F5-BFE7-A9C3-A437-EC131A2C3E85}"/>
          </ac:spMkLst>
        </pc:spChg>
        <pc:spChg chg="add mod">
          <ac:chgData name="Manjunatha, Harshitha" userId="2693a93e-b58d-4ebf-bbbd-41699af5dc69" providerId="ADAL" clId="{FEBD3229-46B3-5147-B7D3-AE5D08016CDC}" dt="2026-04-24T22:24:22.531" v="612" actId="122"/>
          <ac:spMkLst>
            <pc:docMk/>
            <pc:sldMk cId="274664771" sldId="289"/>
            <ac:spMk id="5" creationId="{45FB3286-ED45-6943-0003-35D18B52ACBD}"/>
          </ac:spMkLst>
        </pc:spChg>
        <pc:spChg chg="add mod">
          <ac:chgData name="Manjunatha, Harshitha" userId="2693a93e-b58d-4ebf-bbbd-41699af5dc69" providerId="ADAL" clId="{FEBD3229-46B3-5147-B7D3-AE5D08016CDC}" dt="2026-04-24T22:24:25.896" v="613" actId="122"/>
          <ac:spMkLst>
            <pc:docMk/>
            <pc:sldMk cId="274664771" sldId="289"/>
            <ac:spMk id="6" creationId="{F4FB83B9-20F9-8CDE-16D3-AE275A1BEAF0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274664771" sldId="289"/>
            <ac:spMk id="7" creationId="{DB80FBFA-0035-7032-AD74-398E8BA804D0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274664771" sldId="289"/>
            <ac:spMk id="8" creationId="{685F87B4-0D2C-2561-B060-E6C255B1E9CC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274664771" sldId="289"/>
            <ac:spMk id="9" creationId="{038AD499-B67A-4DA6-80A8-5522C6A4146C}"/>
          </ac:spMkLst>
        </pc:spChg>
        <pc:graphicFrameChg chg="del">
          <ac:chgData name="Manjunatha, Harshitha" userId="2693a93e-b58d-4ebf-bbbd-41699af5dc69" providerId="ADAL" clId="{FEBD3229-46B3-5147-B7D3-AE5D08016CDC}" dt="2026-04-24T22:18:36.646" v="512" actId="478"/>
          <ac:graphicFrameMkLst>
            <pc:docMk/>
            <pc:sldMk cId="274664771" sldId="289"/>
            <ac:graphicFrameMk id="14" creationId="{0C3C22E9-2C4D-CB93-2E3F-3DCBA422754C}"/>
          </ac:graphicFrameMkLst>
        </pc:graphicFrameChg>
      </pc:sldChg>
      <pc:sldChg chg="addSp delSp modSp add mod">
        <pc:chgData name="Manjunatha, Harshitha" userId="2693a93e-b58d-4ebf-bbbd-41699af5dc69" providerId="ADAL" clId="{FEBD3229-46B3-5147-B7D3-AE5D08016CDC}" dt="2026-04-25T02:37:36.111" v="2194" actId="1076"/>
        <pc:sldMkLst>
          <pc:docMk/>
          <pc:sldMk cId="3794323412" sldId="290"/>
        </pc:sldMkLst>
        <pc:spChg chg="mod">
          <ac:chgData name="Manjunatha, Harshitha" userId="2693a93e-b58d-4ebf-bbbd-41699af5dc69" providerId="ADAL" clId="{FEBD3229-46B3-5147-B7D3-AE5D08016CDC}" dt="2026-04-24T22:38:53.463" v="719" actId="1076"/>
          <ac:spMkLst>
            <pc:docMk/>
            <pc:sldMk cId="3794323412" sldId="290"/>
            <ac:spMk id="2" creationId="{B0F016D0-2FA8-8AC3-E5E3-97AF4BF03B9A}"/>
          </ac:spMkLst>
        </pc:spChg>
        <pc:spChg chg="del">
          <ac:chgData name="Manjunatha, Harshitha" userId="2693a93e-b58d-4ebf-bbbd-41699af5dc69" providerId="ADAL" clId="{FEBD3229-46B3-5147-B7D3-AE5D08016CDC}" dt="2026-04-24T22:31:24.952" v="653" actId="478"/>
          <ac:spMkLst>
            <pc:docMk/>
            <pc:sldMk cId="3794323412" sldId="290"/>
            <ac:spMk id="3" creationId="{A7BCB140-0CB9-D1B2-ABB4-FB6E8ADAF43D}"/>
          </ac:spMkLst>
        </pc:spChg>
        <pc:spChg chg="add mod">
          <ac:chgData name="Manjunatha, Harshitha" userId="2693a93e-b58d-4ebf-bbbd-41699af5dc69" providerId="ADAL" clId="{FEBD3229-46B3-5147-B7D3-AE5D08016CDC}" dt="2026-04-25T02:37:16.134" v="2181" actId="20577"/>
          <ac:spMkLst>
            <pc:docMk/>
            <pc:sldMk cId="3794323412" sldId="290"/>
            <ac:spMk id="3" creationId="{BA4EBCED-8CFA-7C52-8BA6-AD9F8380D141}"/>
          </ac:spMkLst>
        </pc:spChg>
        <pc:spChg chg="mod">
          <ac:chgData name="Manjunatha, Harshitha" userId="2693a93e-b58d-4ebf-bbbd-41699af5dc69" providerId="ADAL" clId="{FEBD3229-46B3-5147-B7D3-AE5D08016CDC}" dt="2026-04-24T22:38:56.206" v="720" actId="1076"/>
          <ac:spMkLst>
            <pc:docMk/>
            <pc:sldMk cId="3794323412" sldId="290"/>
            <ac:spMk id="4" creationId="{FED67A41-EDD6-7A3A-4F2D-208F4F2C61C2}"/>
          </ac:spMkLst>
        </pc:spChg>
        <pc:spChg chg="add mod">
          <ac:chgData name="Manjunatha, Harshitha" userId="2693a93e-b58d-4ebf-bbbd-41699af5dc69" providerId="ADAL" clId="{FEBD3229-46B3-5147-B7D3-AE5D08016CDC}" dt="2026-04-25T02:37:36.111" v="2194" actId="1076"/>
          <ac:spMkLst>
            <pc:docMk/>
            <pc:sldMk cId="3794323412" sldId="290"/>
            <ac:spMk id="5" creationId="{6C85B851-6532-70A4-5286-034FDA2F5DFC}"/>
          </ac:spMkLst>
        </pc:spChg>
        <pc:spChg chg="del">
          <ac:chgData name="Manjunatha, Harshitha" userId="2693a93e-b58d-4ebf-bbbd-41699af5dc69" providerId="ADAL" clId="{FEBD3229-46B3-5147-B7D3-AE5D08016CDC}" dt="2026-04-24T22:31:24.952" v="653" actId="478"/>
          <ac:spMkLst>
            <pc:docMk/>
            <pc:sldMk cId="3794323412" sldId="290"/>
            <ac:spMk id="5" creationId="{C9EA70CD-7649-D1D9-3C6B-B8508A76C3C4}"/>
          </ac:spMkLst>
        </pc:spChg>
        <pc:spChg chg="del">
          <ac:chgData name="Manjunatha, Harshitha" userId="2693a93e-b58d-4ebf-bbbd-41699af5dc69" providerId="ADAL" clId="{FEBD3229-46B3-5147-B7D3-AE5D08016CDC}" dt="2026-04-24T22:31:24.952" v="653" actId="478"/>
          <ac:spMkLst>
            <pc:docMk/>
            <pc:sldMk cId="3794323412" sldId="290"/>
            <ac:spMk id="6" creationId="{3B5AE732-A293-0789-5967-ACC342DCA2CF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3794323412" sldId="290"/>
            <ac:spMk id="6" creationId="{63898BC8-A6A1-33E0-8105-3CC6F1FE5FE7}"/>
          </ac:spMkLst>
        </pc:spChg>
        <pc:spChg chg="add mod">
          <ac:chgData name="Manjunatha, Harshitha" userId="2693a93e-b58d-4ebf-bbbd-41699af5dc69" providerId="ADAL" clId="{FEBD3229-46B3-5147-B7D3-AE5D08016CDC}" dt="2026-04-25T02:37:31.128" v="2193" actId="1076"/>
          <ac:spMkLst>
            <pc:docMk/>
            <pc:sldMk cId="3794323412" sldId="290"/>
            <ac:spMk id="10" creationId="{5E79F048-658C-DCF4-05EB-F8278D858B4E}"/>
          </ac:spMkLst>
        </pc:spChg>
        <pc:spChg chg="add mod">
          <ac:chgData name="Manjunatha, Harshitha" userId="2693a93e-b58d-4ebf-bbbd-41699af5dc69" providerId="ADAL" clId="{FEBD3229-46B3-5147-B7D3-AE5D08016CDC}" dt="2026-04-25T02:22:54.203" v="2047" actId="14100"/>
          <ac:spMkLst>
            <pc:docMk/>
            <pc:sldMk cId="3794323412" sldId="290"/>
            <ac:spMk id="12" creationId="{20D6E7A6-32FD-ED4A-EEC6-99485C6513C5}"/>
          </ac:spMkLst>
        </pc:spChg>
        <pc:picChg chg="add mod">
          <ac:chgData name="Manjunatha, Harshitha" userId="2693a93e-b58d-4ebf-bbbd-41699af5dc69" providerId="ADAL" clId="{FEBD3229-46B3-5147-B7D3-AE5D08016CDC}" dt="2026-04-25T02:36:58.479" v="2160" actId="1076"/>
          <ac:picMkLst>
            <pc:docMk/>
            <pc:sldMk cId="3794323412" sldId="290"/>
            <ac:picMk id="8" creationId="{14ABF300-ADB6-CF74-C1F4-8563C7ECAC0D}"/>
          </ac:picMkLst>
        </pc:picChg>
      </pc:sldChg>
      <pc:sldChg chg="addSp delSp modSp add mod">
        <pc:chgData name="Manjunatha, Harshitha" userId="2693a93e-b58d-4ebf-bbbd-41699af5dc69" providerId="ADAL" clId="{FEBD3229-46B3-5147-B7D3-AE5D08016CDC}" dt="2026-04-25T03:10:09.166" v="2330" actId="20577"/>
        <pc:sldMkLst>
          <pc:docMk/>
          <pc:sldMk cId="546118989" sldId="291"/>
        </pc:sldMkLst>
        <pc:spChg chg="mod">
          <ac:chgData name="Manjunatha, Harshitha" userId="2693a93e-b58d-4ebf-bbbd-41699af5dc69" providerId="ADAL" clId="{FEBD3229-46B3-5147-B7D3-AE5D08016CDC}" dt="2026-04-25T03:08:06.543" v="2314" actId="14100"/>
          <ac:spMkLst>
            <pc:docMk/>
            <pc:sldMk cId="546118989" sldId="291"/>
            <ac:spMk id="3" creationId="{B11DF7F8-C1DC-435A-5C8D-D67EB5A79CF9}"/>
          </ac:spMkLst>
        </pc:spChg>
        <pc:spChg chg="mod">
          <ac:chgData name="Manjunatha, Harshitha" userId="2693a93e-b58d-4ebf-bbbd-41699af5dc69" providerId="ADAL" clId="{FEBD3229-46B3-5147-B7D3-AE5D08016CDC}" dt="2026-04-25T03:10:09.166" v="2330" actId="20577"/>
          <ac:spMkLst>
            <pc:docMk/>
            <pc:sldMk cId="546118989" sldId="291"/>
            <ac:spMk id="4" creationId="{7A139109-83D8-1989-4DBA-E5FED46C25FA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546118989" sldId="291"/>
            <ac:spMk id="5" creationId="{169193C8-2467-D7E3-858A-15E00D56D831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546118989" sldId="291"/>
            <ac:spMk id="6" creationId="{0D7DC04C-2BBA-22E7-2880-09C5B6DD3B4D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546118989" sldId="291"/>
            <ac:spMk id="7" creationId="{D181E613-00BE-4030-E1AE-4F21150781C6}"/>
          </ac:spMkLst>
        </pc:spChg>
        <pc:picChg chg="del">
          <ac:chgData name="Manjunatha, Harshitha" userId="2693a93e-b58d-4ebf-bbbd-41699af5dc69" providerId="ADAL" clId="{FEBD3229-46B3-5147-B7D3-AE5D08016CDC}" dt="2026-04-24T22:34:06.977" v="663" actId="478"/>
          <ac:picMkLst>
            <pc:docMk/>
            <pc:sldMk cId="546118989" sldId="291"/>
            <ac:picMk id="6" creationId="{76255731-F4D7-C57F-26B4-4599B3A3FF57}"/>
          </ac:picMkLst>
        </pc:picChg>
      </pc:sldChg>
      <pc:sldChg chg="addSp delSp modSp add mod">
        <pc:chgData name="Manjunatha, Harshitha" userId="2693a93e-b58d-4ebf-bbbd-41699af5dc69" providerId="ADAL" clId="{FEBD3229-46B3-5147-B7D3-AE5D08016CDC}" dt="2026-04-25T02:55:39.776" v="2312" actId="1076"/>
        <pc:sldMkLst>
          <pc:docMk/>
          <pc:sldMk cId="1934401676" sldId="292"/>
        </pc:sldMkLst>
        <pc:spChg chg="mod">
          <ac:chgData name="Manjunatha, Harshitha" userId="2693a93e-b58d-4ebf-bbbd-41699af5dc69" providerId="ADAL" clId="{FEBD3229-46B3-5147-B7D3-AE5D08016CDC}" dt="2026-04-24T22:48:34.454" v="740" actId="255"/>
          <ac:spMkLst>
            <pc:docMk/>
            <pc:sldMk cId="1934401676" sldId="292"/>
            <ac:spMk id="2" creationId="{6E0922D0-F41D-E994-7BFA-00545EEDF2E3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1934401676" sldId="292"/>
            <ac:spMk id="3" creationId="{293F8B37-47E5-D823-1223-A162E721CCDE}"/>
          </ac:spMkLst>
        </pc:spChg>
        <pc:spChg chg="del">
          <ac:chgData name="Manjunatha, Harshitha" userId="2693a93e-b58d-4ebf-bbbd-41699af5dc69" providerId="ADAL" clId="{FEBD3229-46B3-5147-B7D3-AE5D08016CDC}" dt="2026-04-24T22:39:59.404" v="734" actId="478"/>
          <ac:spMkLst>
            <pc:docMk/>
            <pc:sldMk cId="1934401676" sldId="292"/>
            <ac:spMk id="3" creationId="{5CD100C8-A837-DD73-E34C-E32142B45A7F}"/>
          </ac:spMkLst>
        </pc:spChg>
        <pc:spChg chg="mod">
          <ac:chgData name="Manjunatha, Harshitha" userId="2693a93e-b58d-4ebf-bbbd-41699af5dc69" providerId="ADAL" clId="{FEBD3229-46B3-5147-B7D3-AE5D08016CDC}" dt="2026-04-24T22:49:45.518" v="761"/>
          <ac:spMkLst>
            <pc:docMk/>
            <pc:sldMk cId="1934401676" sldId="292"/>
            <ac:spMk id="4" creationId="{59300B74-6E9D-5610-933C-9D5D3397AB1C}"/>
          </ac:spMkLst>
        </pc:spChg>
        <pc:spChg chg="del">
          <ac:chgData name="Manjunatha, Harshitha" userId="2693a93e-b58d-4ebf-bbbd-41699af5dc69" providerId="ADAL" clId="{FEBD3229-46B3-5147-B7D3-AE5D08016CDC}" dt="2026-04-24T22:39:59.404" v="734" actId="478"/>
          <ac:spMkLst>
            <pc:docMk/>
            <pc:sldMk cId="1934401676" sldId="292"/>
            <ac:spMk id="5" creationId="{97587C87-60F9-8FA4-0809-CEDBBFCA1C45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1934401676" sldId="292"/>
            <ac:spMk id="5" creationId="{E11E5220-8DED-6F53-ABE3-0091250414BF}"/>
          </ac:spMkLst>
        </pc:spChg>
        <pc:spChg chg="del">
          <ac:chgData name="Manjunatha, Harshitha" userId="2693a93e-b58d-4ebf-bbbd-41699af5dc69" providerId="ADAL" clId="{FEBD3229-46B3-5147-B7D3-AE5D08016CDC}" dt="2026-04-24T22:39:59.404" v="734" actId="478"/>
          <ac:spMkLst>
            <pc:docMk/>
            <pc:sldMk cId="1934401676" sldId="292"/>
            <ac:spMk id="6" creationId="{610228D1-5E35-DDE0-5B26-59423F71CFA4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1934401676" sldId="292"/>
            <ac:spMk id="6" creationId="{E5AA27BF-CC6C-3854-FAAA-DFCF8D6E0E8C}"/>
          </ac:spMkLst>
        </pc:spChg>
        <pc:spChg chg="add mod">
          <ac:chgData name="Manjunatha, Harshitha" userId="2693a93e-b58d-4ebf-bbbd-41699af5dc69" providerId="ADAL" clId="{FEBD3229-46B3-5147-B7D3-AE5D08016CDC}" dt="2026-04-24T23:05:28.298" v="889" actId="12"/>
          <ac:spMkLst>
            <pc:docMk/>
            <pc:sldMk cId="1934401676" sldId="292"/>
            <ac:spMk id="8" creationId="{A3DA72B6-C21F-49E5-6324-FBB77BC44229}"/>
          </ac:spMkLst>
        </pc:spChg>
        <pc:spChg chg="add mod">
          <ac:chgData name="Manjunatha, Harshitha" userId="2693a93e-b58d-4ebf-bbbd-41699af5dc69" providerId="ADAL" clId="{FEBD3229-46B3-5147-B7D3-AE5D08016CDC}" dt="2026-04-25T02:55:39.776" v="2312" actId="1076"/>
          <ac:spMkLst>
            <pc:docMk/>
            <pc:sldMk cId="1934401676" sldId="292"/>
            <ac:spMk id="9" creationId="{55FD4C45-8A53-5A66-80D5-D3881E161B07}"/>
          </ac:spMkLst>
        </pc:spChg>
        <pc:picChg chg="add del mod">
          <ac:chgData name="Manjunatha, Harshitha" userId="2693a93e-b58d-4ebf-bbbd-41699af5dc69" providerId="ADAL" clId="{FEBD3229-46B3-5147-B7D3-AE5D08016CDC}" dt="2026-04-24T22:53:31.894" v="821" actId="478"/>
          <ac:picMkLst>
            <pc:docMk/>
            <pc:sldMk cId="1934401676" sldId="292"/>
            <ac:picMk id="10" creationId="{6D6EC0ED-FD80-37FB-2D31-A88FC0BB499F}"/>
          </ac:picMkLst>
        </pc:picChg>
        <pc:picChg chg="add mod">
          <ac:chgData name="Manjunatha, Harshitha" userId="2693a93e-b58d-4ebf-bbbd-41699af5dc69" providerId="ADAL" clId="{FEBD3229-46B3-5147-B7D3-AE5D08016CDC}" dt="2026-04-24T22:53:48.081" v="825" actId="1076"/>
          <ac:picMkLst>
            <pc:docMk/>
            <pc:sldMk cId="1934401676" sldId="292"/>
            <ac:picMk id="12" creationId="{613F1852-87D7-A1D8-8B17-A64132BE29D3}"/>
          </ac:picMkLst>
        </pc:picChg>
      </pc:sldChg>
      <pc:sldChg chg="addSp delSp modSp add mod">
        <pc:chgData name="Manjunatha, Harshitha" userId="2693a93e-b58d-4ebf-bbbd-41699af5dc69" providerId="ADAL" clId="{FEBD3229-46B3-5147-B7D3-AE5D08016CDC}" dt="2026-04-25T03:11:31.150" v="2339" actId="20577"/>
        <pc:sldMkLst>
          <pc:docMk/>
          <pc:sldMk cId="1182600170" sldId="293"/>
        </pc:sldMkLst>
        <pc:spChg chg="mod">
          <ac:chgData name="Manjunatha, Harshitha" userId="2693a93e-b58d-4ebf-bbbd-41699af5dc69" providerId="ADAL" clId="{FEBD3229-46B3-5147-B7D3-AE5D08016CDC}" dt="2026-04-24T23:00:55.489" v="850" actId="255"/>
          <ac:spMkLst>
            <pc:docMk/>
            <pc:sldMk cId="1182600170" sldId="293"/>
            <ac:spMk id="2" creationId="{35BB0C95-9207-02A0-759C-1DB523B67776}"/>
          </ac:spMkLst>
        </pc:spChg>
        <pc:spChg chg="add del mod">
          <ac:chgData name="Manjunatha, Harshitha" userId="2693a93e-b58d-4ebf-bbbd-41699af5dc69" providerId="ADAL" clId="{FEBD3229-46B3-5147-B7D3-AE5D08016CDC}" dt="2026-04-24T23:19:42.571" v="1007" actId="478"/>
          <ac:spMkLst>
            <pc:docMk/>
            <pc:sldMk cId="1182600170" sldId="293"/>
            <ac:spMk id="3" creationId="{845F7FC9-6C76-B9BC-EDC6-2A29DCAF69F1}"/>
          </ac:spMkLst>
        </pc:spChg>
        <pc:spChg chg="mod">
          <ac:chgData name="Manjunatha, Harshitha" userId="2693a93e-b58d-4ebf-bbbd-41699af5dc69" providerId="ADAL" clId="{FEBD3229-46B3-5147-B7D3-AE5D08016CDC}" dt="2026-04-25T03:11:31.150" v="2339" actId="20577"/>
          <ac:spMkLst>
            <pc:docMk/>
            <pc:sldMk cId="1182600170" sldId="293"/>
            <ac:spMk id="4" creationId="{1E8F3915-EF85-88C4-3E7A-51DF500F7006}"/>
          </ac:spMkLst>
        </pc:spChg>
        <pc:spChg chg="add del mod">
          <ac:chgData name="Manjunatha, Harshitha" userId="2693a93e-b58d-4ebf-bbbd-41699af5dc69" providerId="ADAL" clId="{FEBD3229-46B3-5147-B7D3-AE5D08016CDC}" dt="2026-04-24T23:19:15.980" v="1000" actId="478"/>
          <ac:spMkLst>
            <pc:docMk/>
            <pc:sldMk cId="1182600170" sldId="293"/>
            <ac:spMk id="6" creationId="{2B055B9B-5FF6-9985-D3B5-93D4A0450EE4}"/>
          </ac:spMkLst>
        </pc:spChg>
        <pc:spChg chg="add mod">
          <ac:chgData name="Manjunatha, Harshitha" userId="2693a93e-b58d-4ebf-bbbd-41699af5dc69" providerId="ADAL" clId="{FEBD3229-46B3-5147-B7D3-AE5D08016CDC}" dt="2026-04-24T23:28:32.440" v="1167" actId="114"/>
          <ac:spMkLst>
            <pc:docMk/>
            <pc:sldMk cId="1182600170" sldId="293"/>
            <ac:spMk id="7" creationId="{0691552D-8B31-44EA-5039-F20505F60473}"/>
          </ac:spMkLst>
        </pc:spChg>
        <pc:spChg chg="add del mod">
          <ac:chgData name="Manjunatha, Harshitha" userId="2693a93e-b58d-4ebf-bbbd-41699af5dc69" providerId="ADAL" clId="{FEBD3229-46B3-5147-B7D3-AE5D08016CDC}" dt="2026-04-24T23:24:19.339" v="1053" actId="478"/>
          <ac:spMkLst>
            <pc:docMk/>
            <pc:sldMk cId="1182600170" sldId="293"/>
            <ac:spMk id="8" creationId="{0CE28788-3A3B-6AD3-1CF5-D429AA0FF555}"/>
          </ac:spMkLst>
        </pc:spChg>
        <pc:spChg chg="add mod">
          <ac:chgData name="Manjunatha, Harshitha" userId="2693a93e-b58d-4ebf-bbbd-41699af5dc69" providerId="ADAL" clId="{FEBD3229-46B3-5147-B7D3-AE5D08016CDC}" dt="2026-04-24T23:28:39.321" v="1169" actId="404"/>
          <ac:spMkLst>
            <pc:docMk/>
            <pc:sldMk cId="1182600170" sldId="293"/>
            <ac:spMk id="10" creationId="{6F9C2EEC-D9CF-7C23-0A40-4D44857B351F}"/>
          </ac:spMkLst>
        </pc:spChg>
        <pc:spChg chg="del">
          <ac:chgData name="Manjunatha, Harshitha" userId="2693a93e-b58d-4ebf-bbbd-41699af5dc69" providerId="ADAL" clId="{FEBD3229-46B3-5147-B7D3-AE5D08016CDC}" dt="2026-04-24T23:01:54.448" v="858" actId="478"/>
          <ac:spMkLst>
            <pc:docMk/>
            <pc:sldMk cId="1182600170" sldId="293"/>
            <ac:spMk id="10" creationId="{8445F738-9AE6-97F6-3BA5-E33F154664BF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1182600170" sldId="293"/>
            <ac:spMk id="11" creationId="{93B3126A-AFB2-AA57-4AA5-C678641149E7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1182600170" sldId="293"/>
            <ac:spMk id="12" creationId="{1384556F-D25F-B461-6EE4-8CF9F1A0A804}"/>
          </ac:spMkLst>
        </pc:spChg>
        <pc:spChg chg="del">
          <ac:chgData name="Manjunatha, Harshitha" userId="2693a93e-b58d-4ebf-bbbd-41699af5dc69" providerId="ADAL" clId="{FEBD3229-46B3-5147-B7D3-AE5D08016CDC}" dt="2026-04-24T23:01:52.098" v="857" actId="478"/>
          <ac:spMkLst>
            <pc:docMk/>
            <pc:sldMk cId="1182600170" sldId="293"/>
            <ac:spMk id="12" creationId="{662C3556-19EB-3F99-A753-BF3F70DBF03E}"/>
          </ac:spMkLst>
        </pc:spChg>
        <pc:spChg chg="add mod">
          <ac:chgData name="Manjunatha, Harshitha" userId="2693a93e-b58d-4ebf-bbbd-41699af5dc69" providerId="ADAL" clId="{FEBD3229-46B3-5147-B7D3-AE5D08016CDC}" dt="2026-04-24T23:10:00.388" v="953" actId="113"/>
          <ac:spMkLst>
            <pc:docMk/>
            <pc:sldMk cId="1182600170" sldId="293"/>
            <ac:spMk id="13" creationId="{C6536599-3700-02F5-E1A2-B1BBEECADD08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1182600170" sldId="293"/>
            <ac:spMk id="14" creationId="{6F828385-EDA2-4B49-F199-7684163C85A6}"/>
          </ac:spMkLst>
        </pc:spChg>
        <pc:spChg chg="add mod">
          <ac:chgData name="Manjunatha, Harshitha" userId="2693a93e-b58d-4ebf-bbbd-41699af5dc69" providerId="ADAL" clId="{FEBD3229-46B3-5147-B7D3-AE5D08016CDC}" dt="2026-04-25T02:23:06.031" v="2050" actId="20577"/>
          <ac:spMkLst>
            <pc:docMk/>
            <pc:sldMk cId="1182600170" sldId="293"/>
            <ac:spMk id="19" creationId="{51B51A17-2C0F-2E8B-EB78-589BF93E0B30}"/>
          </ac:spMkLst>
        </pc:spChg>
        <pc:spChg chg="add mod">
          <ac:chgData name="Manjunatha, Harshitha" userId="2693a93e-b58d-4ebf-bbbd-41699af5dc69" providerId="ADAL" clId="{FEBD3229-46B3-5147-B7D3-AE5D08016CDC}" dt="2026-04-25T02:23:10.671" v="2052" actId="20577"/>
          <ac:spMkLst>
            <pc:docMk/>
            <pc:sldMk cId="1182600170" sldId="293"/>
            <ac:spMk id="21" creationId="{2F7F0AF3-1C5E-2EAF-FB06-6507999978BB}"/>
          </ac:spMkLst>
        </pc:spChg>
        <pc:spChg chg="add mod">
          <ac:chgData name="Manjunatha, Harshitha" userId="2693a93e-b58d-4ebf-bbbd-41699af5dc69" providerId="ADAL" clId="{FEBD3229-46B3-5147-B7D3-AE5D08016CDC}" dt="2026-04-24T23:28:43.561" v="1170" actId="114"/>
          <ac:spMkLst>
            <pc:docMk/>
            <pc:sldMk cId="1182600170" sldId="293"/>
            <ac:spMk id="23" creationId="{F3AB7049-1F51-6E8D-EBC7-CA1CCD745D24}"/>
          </ac:spMkLst>
        </pc:spChg>
        <pc:spChg chg="add del mod">
          <ac:chgData name="Manjunatha, Harshitha" userId="2693a93e-b58d-4ebf-bbbd-41699af5dc69" providerId="ADAL" clId="{FEBD3229-46B3-5147-B7D3-AE5D08016CDC}" dt="2026-04-24T23:28:13.644" v="1163" actId="478"/>
          <ac:spMkLst>
            <pc:docMk/>
            <pc:sldMk cId="1182600170" sldId="293"/>
            <ac:spMk id="27" creationId="{C52B1709-0619-9C1C-4266-B67E7236652B}"/>
          </ac:spMkLst>
        </pc:spChg>
        <pc:picChg chg="del">
          <ac:chgData name="Manjunatha, Harshitha" userId="2693a93e-b58d-4ebf-bbbd-41699af5dc69" providerId="ADAL" clId="{FEBD3229-46B3-5147-B7D3-AE5D08016CDC}" dt="2026-04-24T23:01:49.472" v="856" actId="478"/>
          <ac:picMkLst>
            <pc:docMk/>
            <pc:sldMk cId="1182600170" sldId="293"/>
            <ac:picMk id="8" creationId="{32E0F60F-21F4-A782-C392-B00A9C590283}"/>
          </ac:picMkLst>
        </pc:picChg>
        <pc:cxnChg chg="add mod">
          <ac:chgData name="Manjunatha, Harshitha" userId="2693a93e-b58d-4ebf-bbbd-41699af5dc69" providerId="ADAL" clId="{FEBD3229-46B3-5147-B7D3-AE5D08016CDC}" dt="2026-04-24T23:13:59.756" v="974" actId="14100"/>
          <ac:cxnSpMkLst>
            <pc:docMk/>
            <pc:sldMk cId="1182600170" sldId="293"/>
            <ac:cxnSpMk id="5" creationId="{964577EC-7E5C-6FD9-163D-08693D6773CA}"/>
          </ac:cxnSpMkLst>
        </pc:cxnChg>
        <pc:cxnChg chg="add mod">
          <ac:chgData name="Manjunatha, Harshitha" userId="2693a93e-b58d-4ebf-bbbd-41699af5dc69" providerId="ADAL" clId="{FEBD3229-46B3-5147-B7D3-AE5D08016CDC}" dt="2026-04-24T23:14:03.199" v="975" actId="14100"/>
          <ac:cxnSpMkLst>
            <pc:docMk/>
            <pc:sldMk cId="1182600170" sldId="293"/>
            <ac:cxnSpMk id="9" creationId="{5CB7FA90-7BE2-6915-05D5-BBA06C6D6278}"/>
          </ac:cxnSpMkLst>
        </pc:cxnChg>
      </pc:sldChg>
      <pc:sldChg chg="addSp delSp modSp add mod">
        <pc:chgData name="Manjunatha, Harshitha" userId="2693a93e-b58d-4ebf-bbbd-41699af5dc69" providerId="ADAL" clId="{FEBD3229-46B3-5147-B7D3-AE5D08016CDC}" dt="2026-04-25T03:11:28.266" v="2338" actId="20577"/>
        <pc:sldMkLst>
          <pc:docMk/>
          <pc:sldMk cId="3766363451" sldId="294"/>
        </pc:sldMkLst>
        <pc:spChg chg="mod">
          <ac:chgData name="Manjunatha, Harshitha" userId="2693a93e-b58d-4ebf-bbbd-41699af5dc69" providerId="ADAL" clId="{FEBD3229-46B3-5147-B7D3-AE5D08016CDC}" dt="2026-04-25T01:36:16.918" v="1719" actId="2711"/>
          <ac:spMkLst>
            <pc:docMk/>
            <pc:sldMk cId="3766363451" sldId="294"/>
            <ac:spMk id="2" creationId="{DE2A274B-73BB-4E27-6850-55E4FEEB8745}"/>
          </ac:spMkLst>
        </pc:spChg>
        <pc:spChg chg="add mod">
          <ac:chgData name="Manjunatha, Harshitha" userId="2693a93e-b58d-4ebf-bbbd-41699af5dc69" providerId="ADAL" clId="{FEBD3229-46B3-5147-B7D3-AE5D08016CDC}" dt="2026-04-25T00:50:25.897" v="1643" actId="1035"/>
          <ac:spMkLst>
            <pc:docMk/>
            <pc:sldMk cId="3766363451" sldId="294"/>
            <ac:spMk id="3" creationId="{715581E5-CD6B-7635-160D-8F5829967A20}"/>
          </ac:spMkLst>
        </pc:spChg>
        <pc:spChg chg="mod">
          <ac:chgData name="Manjunatha, Harshitha" userId="2693a93e-b58d-4ebf-bbbd-41699af5dc69" providerId="ADAL" clId="{FEBD3229-46B3-5147-B7D3-AE5D08016CDC}" dt="2026-04-25T03:11:28.266" v="2338" actId="20577"/>
          <ac:spMkLst>
            <pc:docMk/>
            <pc:sldMk cId="3766363451" sldId="294"/>
            <ac:spMk id="4" creationId="{64BC5816-5453-F4B5-611C-500B848C6C44}"/>
          </ac:spMkLst>
        </pc:spChg>
        <pc:spChg chg="add mod">
          <ac:chgData name="Manjunatha, Harshitha" userId="2693a93e-b58d-4ebf-bbbd-41699af5dc69" providerId="ADAL" clId="{FEBD3229-46B3-5147-B7D3-AE5D08016CDC}" dt="2026-04-24T23:56:55.646" v="1485" actId="1038"/>
          <ac:spMkLst>
            <pc:docMk/>
            <pc:sldMk cId="3766363451" sldId="294"/>
            <ac:spMk id="6" creationId="{486F8037-7C01-6348-99FA-F3B2801C0316}"/>
          </ac:spMkLst>
        </pc:spChg>
        <pc:spChg chg="add del mod">
          <ac:chgData name="Manjunatha, Harshitha" userId="2693a93e-b58d-4ebf-bbbd-41699af5dc69" providerId="ADAL" clId="{FEBD3229-46B3-5147-B7D3-AE5D08016CDC}" dt="2026-04-24T23:12:10.998" v="958" actId="478"/>
          <ac:spMkLst>
            <pc:docMk/>
            <pc:sldMk cId="3766363451" sldId="294"/>
            <ac:spMk id="6" creationId="{AD0B16CC-EB40-9D07-CDEF-A6A5DA2E7A49}"/>
          </ac:spMkLst>
        </pc:spChg>
        <pc:spChg chg="add mod">
          <ac:chgData name="Manjunatha, Harshitha" userId="2693a93e-b58d-4ebf-bbbd-41699af5dc69" providerId="ADAL" clId="{FEBD3229-46B3-5147-B7D3-AE5D08016CDC}" dt="2026-04-25T00:50:25.897" v="1643" actId="1035"/>
          <ac:spMkLst>
            <pc:docMk/>
            <pc:sldMk cId="3766363451" sldId="294"/>
            <ac:spMk id="7" creationId="{6B01E1B8-CFCB-8CAE-693F-9C99EFDB233D}"/>
          </ac:spMkLst>
        </pc:spChg>
        <pc:spChg chg="add mod">
          <ac:chgData name="Manjunatha, Harshitha" userId="2693a93e-b58d-4ebf-bbbd-41699af5dc69" providerId="ADAL" clId="{FEBD3229-46B3-5147-B7D3-AE5D08016CDC}" dt="2026-04-25T00:50:25.897" v="1643" actId="1035"/>
          <ac:spMkLst>
            <pc:docMk/>
            <pc:sldMk cId="3766363451" sldId="294"/>
            <ac:spMk id="8" creationId="{24F181D8-9E98-2848-A327-0160EA08DDF4}"/>
          </ac:spMkLst>
        </pc:spChg>
        <pc:spChg chg="add mod">
          <ac:chgData name="Manjunatha, Harshitha" userId="2693a93e-b58d-4ebf-bbbd-41699af5dc69" providerId="ADAL" clId="{FEBD3229-46B3-5147-B7D3-AE5D08016CDC}" dt="2026-04-25T00:50:25.897" v="1643" actId="1035"/>
          <ac:spMkLst>
            <pc:docMk/>
            <pc:sldMk cId="3766363451" sldId="294"/>
            <ac:spMk id="10" creationId="{4C29C08B-2EBF-E179-978D-38FCCADD121B}"/>
          </ac:spMkLst>
        </pc:spChg>
        <pc:spChg chg="add mod">
          <ac:chgData name="Manjunatha, Harshitha" userId="2693a93e-b58d-4ebf-bbbd-41699af5dc69" providerId="ADAL" clId="{FEBD3229-46B3-5147-B7D3-AE5D08016CDC}" dt="2026-04-25T00:50:25.897" v="1643" actId="1035"/>
          <ac:spMkLst>
            <pc:docMk/>
            <pc:sldMk cId="3766363451" sldId="294"/>
            <ac:spMk id="11" creationId="{22CB00A4-929B-FB9C-B9A2-C1E07DBF8EB5}"/>
          </ac:spMkLst>
        </pc:spChg>
        <pc:spChg chg="add mod">
          <ac:chgData name="Manjunatha, Harshitha" userId="2693a93e-b58d-4ebf-bbbd-41699af5dc69" providerId="ADAL" clId="{FEBD3229-46B3-5147-B7D3-AE5D08016CDC}" dt="2026-04-24T23:56:00.552" v="1473" actId="1035"/>
          <ac:spMkLst>
            <pc:docMk/>
            <pc:sldMk cId="3766363451" sldId="294"/>
            <ac:spMk id="12" creationId="{7CD18121-DCC4-4BDE-C7DD-59E41A8F3AA7}"/>
          </ac:spMkLst>
        </pc:spChg>
        <pc:spChg chg="del">
          <ac:chgData name="Manjunatha, Harshitha" userId="2693a93e-b58d-4ebf-bbbd-41699af5dc69" providerId="ADAL" clId="{FEBD3229-46B3-5147-B7D3-AE5D08016CDC}" dt="2026-04-24T23:52:04.766" v="1412" actId="478"/>
          <ac:spMkLst>
            <pc:docMk/>
            <pc:sldMk cId="3766363451" sldId="294"/>
            <ac:spMk id="13" creationId="{D9515C49-F5A5-1BE4-A3ED-5ADFBA7138CF}"/>
          </ac:spMkLst>
        </pc:spChg>
        <pc:spChg chg="add mod">
          <ac:chgData name="Manjunatha, Harshitha" userId="2693a93e-b58d-4ebf-bbbd-41699af5dc69" providerId="ADAL" clId="{FEBD3229-46B3-5147-B7D3-AE5D08016CDC}" dt="2026-04-25T00:50:25.897" v="1643" actId="1035"/>
          <ac:spMkLst>
            <pc:docMk/>
            <pc:sldMk cId="3766363451" sldId="294"/>
            <ac:spMk id="14" creationId="{78C5A844-D539-4CC6-4652-6176DAC79381}"/>
          </ac:spMkLst>
        </pc:spChg>
        <pc:spChg chg="add mod">
          <ac:chgData name="Manjunatha, Harshitha" userId="2693a93e-b58d-4ebf-bbbd-41699af5dc69" providerId="ADAL" clId="{FEBD3229-46B3-5147-B7D3-AE5D08016CDC}" dt="2026-04-25T00:50:25.897" v="1643" actId="1035"/>
          <ac:spMkLst>
            <pc:docMk/>
            <pc:sldMk cId="3766363451" sldId="294"/>
            <ac:spMk id="15" creationId="{711D574D-4003-0567-622C-8A93B1A5941D}"/>
          </ac:spMkLst>
        </pc:spChg>
        <pc:spChg chg="add mod">
          <ac:chgData name="Manjunatha, Harshitha" userId="2693a93e-b58d-4ebf-bbbd-41699af5dc69" providerId="ADAL" clId="{FEBD3229-46B3-5147-B7D3-AE5D08016CDC}" dt="2026-04-25T00:50:25.897" v="1643" actId="1035"/>
          <ac:spMkLst>
            <pc:docMk/>
            <pc:sldMk cId="3766363451" sldId="294"/>
            <ac:spMk id="17" creationId="{B8D02003-DE1F-CBFD-7254-F952B9C6237E}"/>
          </ac:spMkLst>
        </pc:spChg>
        <pc:spChg chg="del">
          <ac:chgData name="Manjunatha, Harshitha" userId="2693a93e-b58d-4ebf-bbbd-41699af5dc69" providerId="ADAL" clId="{FEBD3229-46B3-5147-B7D3-AE5D08016CDC}" dt="2026-04-24T23:52:04.766" v="1412" actId="478"/>
          <ac:spMkLst>
            <pc:docMk/>
            <pc:sldMk cId="3766363451" sldId="294"/>
            <ac:spMk id="19" creationId="{7C626082-47F5-5647-DED1-5E96F0872181}"/>
          </ac:spMkLst>
        </pc:spChg>
        <pc:spChg chg="add mod">
          <ac:chgData name="Manjunatha, Harshitha" userId="2693a93e-b58d-4ebf-bbbd-41699af5dc69" providerId="ADAL" clId="{FEBD3229-46B3-5147-B7D3-AE5D08016CDC}" dt="2026-04-25T00:50:25.897" v="1643" actId="1035"/>
          <ac:spMkLst>
            <pc:docMk/>
            <pc:sldMk cId="3766363451" sldId="294"/>
            <ac:spMk id="20" creationId="{B3962F41-F912-840E-7A2C-67665AA446F7}"/>
          </ac:spMkLst>
        </pc:spChg>
        <pc:spChg chg="del">
          <ac:chgData name="Manjunatha, Harshitha" userId="2693a93e-b58d-4ebf-bbbd-41699af5dc69" providerId="ADAL" clId="{FEBD3229-46B3-5147-B7D3-AE5D08016CDC}" dt="2026-04-24T23:52:04.766" v="1412" actId="478"/>
          <ac:spMkLst>
            <pc:docMk/>
            <pc:sldMk cId="3766363451" sldId="294"/>
            <ac:spMk id="21" creationId="{1C1C651E-E296-15AA-AB78-0D044D3C132A}"/>
          </ac:spMkLst>
        </pc:spChg>
        <pc:spChg chg="add mod">
          <ac:chgData name="Manjunatha, Harshitha" userId="2693a93e-b58d-4ebf-bbbd-41699af5dc69" providerId="ADAL" clId="{FEBD3229-46B3-5147-B7D3-AE5D08016CDC}" dt="2026-04-25T00:50:25.897" v="1643" actId="1035"/>
          <ac:spMkLst>
            <pc:docMk/>
            <pc:sldMk cId="3766363451" sldId="294"/>
            <ac:spMk id="23" creationId="{416DB844-4636-23B4-1FD0-886A87B28D1B}"/>
          </ac:spMkLst>
        </pc:spChg>
        <pc:spChg chg="add mod">
          <ac:chgData name="Manjunatha, Harshitha" userId="2693a93e-b58d-4ebf-bbbd-41699af5dc69" providerId="ADAL" clId="{FEBD3229-46B3-5147-B7D3-AE5D08016CDC}" dt="2026-04-25T00:00:23.577" v="1535" actId="1076"/>
          <ac:spMkLst>
            <pc:docMk/>
            <pc:sldMk cId="3766363451" sldId="294"/>
            <ac:spMk id="25" creationId="{80734D5D-7305-5CEA-BC39-D2E6273A959F}"/>
          </ac:spMkLst>
        </pc:spChg>
        <pc:spChg chg="add mod">
          <ac:chgData name="Manjunatha, Harshitha" userId="2693a93e-b58d-4ebf-bbbd-41699af5dc69" providerId="ADAL" clId="{FEBD3229-46B3-5147-B7D3-AE5D08016CDC}" dt="2026-04-25T02:53:20.440" v="2279" actId="1076"/>
          <ac:spMkLst>
            <pc:docMk/>
            <pc:sldMk cId="3766363451" sldId="294"/>
            <ac:spMk id="27" creationId="{85F0349A-68CA-55B0-A887-E1FDC9D05449}"/>
          </ac:spMkLst>
        </pc:spChg>
        <pc:spChg chg="add mod">
          <ac:chgData name="Manjunatha, Harshitha" userId="2693a93e-b58d-4ebf-bbbd-41699af5dc69" providerId="ADAL" clId="{FEBD3229-46B3-5147-B7D3-AE5D08016CDC}" dt="2026-04-25T02:23:29.747" v="2058" actId="20577"/>
          <ac:spMkLst>
            <pc:docMk/>
            <pc:sldMk cId="3766363451" sldId="294"/>
            <ac:spMk id="29" creationId="{219C04E0-CF5C-E602-D48C-A69C6FB2930D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3766363451" sldId="294"/>
            <ac:spMk id="30" creationId="{0E48F5D9-6AB6-2F30-F44D-257F6F842C54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3766363451" sldId="294"/>
            <ac:spMk id="31" creationId="{D7291989-30D8-486B-AE67-A4E6D3807A2C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3766363451" sldId="294"/>
            <ac:spMk id="32" creationId="{A84C6B4A-FBBB-7665-2587-4A96A8EE6A81}"/>
          </ac:spMkLst>
        </pc:spChg>
        <pc:cxnChg chg="del">
          <ac:chgData name="Manjunatha, Harshitha" userId="2693a93e-b58d-4ebf-bbbd-41699af5dc69" providerId="ADAL" clId="{FEBD3229-46B3-5147-B7D3-AE5D08016CDC}" dt="2026-04-24T23:52:04.766" v="1412" actId="478"/>
          <ac:cxnSpMkLst>
            <pc:docMk/>
            <pc:sldMk cId="3766363451" sldId="294"/>
            <ac:cxnSpMk id="5" creationId="{8C5AFF8D-4D5D-F20D-7A8C-DF4AD6B5F387}"/>
          </ac:cxnSpMkLst>
        </pc:cxnChg>
        <pc:cxnChg chg="del">
          <ac:chgData name="Manjunatha, Harshitha" userId="2693a93e-b58d-4ebf-bbbd-41699af5dc69" providerId="ADAL" clId="{FEBD3229-46B3-5147-B7D3-AE5D08016CDC}" dt="2026-04-24T23:52:04.766" v="1412" actId="478"/>
          <ac:cxnSpMkLst>
            <pc:docMk/>
            <pc:sldMk cId="3766363451" sldId="294"/>
            <ac:cxnSpMk id="9" creationId="{DB27AD06-0B6D-E02D-4CCD-C7B4C479500B}"/>
          </ac:cxnSpMkLst>
        </pc:cxnChg>
      </pc:sldChg>
      <pc:sldChg chg="addSp delSp modSp add mod ord">
        <pc:chgData name="Manjunatha, Harshitha" userId="2693a93e-b58d-4ebf-bbbd-41699af5dc69" providerId="ADAL" clId="{FEBD3229-46B3-5147-B7D3-AE5D08016CDC}" dt="2026-04-25T02:27:21.045" v="2074"/>
        <pc:sldMkLst>
          <pc:docMk/>
          <pc:sldMk cId="1315851385" sldId="295"/>
        </pc:sldMkLst>
        <pc:spChg chg="mod">
          <ac:chgData name="Manjunatha, Harshitha" userId="2693a93e-b58d-4ebf-bbbd-41699af5dc69" providerId="ADAL" clId="{FEBD3229-46B3-5147-B7D3-AE5D08016CDC}" dt="2026-04-24T23:46:27.580" v="1336" actId="1076"/>
          <ac:spMkLst>
            <pc:docMk/>
            <pc:sldMk cId="1315851385" sldId="295"/>
            <ac:spMk id="2" creationId="{E0599F1A-493D-FD2B-6680-4E8AB3C67A9E}"/>
          </ac:spMkLst>
        </pc:spChg>
        <pc:spChg chg="mod">
          <ac:chgData name="Manjunatha, Harshitha" userId="2693a93e-b58d-4ebf-bbbd-41699af5dc69" providerId="ADAL" clId="{FEBD3229-46B3-5147-B7D3-AE5D08016CDC}" dt="2026-04-24T23:40:26.217" v="1255" actId="27636"/>
          <ac:spMkLst>
            <pc:docMk/>
            <pc:sldMk cId="1315851385" sldId="295"/>
            <ac:spMk id="4" creationId="{E0F45A10-D897-B383-E1D2-5C5220BDC11C}"/>
          </ac:spMkLst>
        </pc:spChg>
        <pc:spChg chg="add mod">
          <ac:chgData name="Manjunatha, Harshitha" userId="2693a93e-b58d-4ebf-bbbd-41699af5dc69" providerId="ADAL" clId="{FEBD3229-46B3-5147-B7D3-AE5D08016CDC}" dt="2026-04-24T23:48:10.211" v="1388" actId="20577"/>
          <ac:spMkLst>
            <pc:docMk/>
            <pc:sldMk cId="1315851385" sldId="295"/>
            <ac:spMk id="6" creationId="{AD1D9CD6-1908-B007-B847-FDB56561E035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1315851385" sldId="295"/>
            <ac:spMk id="7" creationId="{5E84B317-591C-67B6-DD30-ADC53BDE3EE2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1315851385" sldId="295"/>
            <ac:spMk id="8" creationId="{3F32485C-ED58-D32D-A7B5-EDC989EB4113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1315851385" sldId="295"/>
            <ac:spMk id="10" creationId="{7C110512-6EA0-689E-8327-B528AC8C7855}"/>
          </ac:spMkLst>
        </pc:spChg>
        <pc:spChg chg="del">
          <ac:chgData name="Manjunatha, Harshitha" userId="2693a93e-b58d-4ebf-bbbd-41699af5dc69" providerId="ADAL" clId="{FEBD3229-46B3-5147-B7D3-AE5D08016CDC}" dt="2026-04-24T23:40:10.392" v="1252" actId="478"/>
          <ac:spMkLst>
            <pc:docMk/>
            <pc:sldMk cId="1315851385" sldId="295"/>
            <ac:spMk id="13" creationId="{0C1736C7-AFB9-C938-6964-E35AF6275316}"/>
          </ac:spMkLst>
        </pc:spChg>
        <pc:spChg chg="del">
          <ac:chgData name="Manjunatha, Harshitha" userId="2693a93e-b58d-4ebf-bbbd-41699af5dc69" providerId="ADAL" clId="{FEBD3229-46B3-5147-B7D3-AE5D08016CDC}" dt="2026-04-24T23:40:10.392" v="1252" actId="478"/>
          <ac:spMkLst>
            <pc:docMk/>
            <pc:sldMk cId="1315851385" sldId="295"/>
            <ac:spMk id="19" creationId="{2EFE37FC-3775-3163-627B-97DF85798F0E}"/>
          </ac:spMkLst>
        </pc:spChg>
        <pc:spChg chg="del">
          <ac:chgData name="Manjunatha, Harshitha" userId="2693a93e-b58d-4ebf-bbbd-41699af5dc69" providerId="ADAL" clId="{FEBD3229-46B3-5147-B7D3-AE5D08016CDC}" dt="2026-04-24T23:40:10.392" v="1252" actId="478"/>
          <ac:spMkLst>
            <pc:docMk/>
            <pc:sldMk cId="1315851385" sldId="295"/>
            <ac:spMk id="21" creationId="{22280CE7-0B3D-DBF7-1594-CEA02168EEF6}"/>
          </ac:spMkLst>
        </pc:spChg>
        <pc:cxnChg chg="del">
          <ac:chgData name="Manjunatha, Harshitha" userId="2693a93e-b58d-4ebf-bbbd-41699af5dc69" providerId="ADAL" clId="{FEBD3229-46B3-5147-B7D3-AE5D08016CDC}" dt="2026-04-24T23:40:14.843" v="1253" actId="478"/>
          <ac:cxnSpMkLst>
            <pc:docMk/>
            <pc:sldMk cId="1315851385" sldId="295"/>
            <ac:cxnSpMk id="5" creationId="{432E63E9-69B4-D18A-D4E1-891B6CEB2971}"/>
          </ac:cxnSpMkLst>
        </pc:cxnChg>
        <pc:cxnChg chg="del">
          <ac:chgData name="Manjunatha, Harshitha" userId="2693a93e-b58d-4ebf-bbbd-41699af5dc69" providerId="ADAL" clId="{FEBD3229-46B3-5147-B7D3-AE5D08016CDC}" dt="2026-04-24T23:40:14.843" v="1253" actId="478"/>
          <ac:cxnSpMkLst>
            <pc:docMk/>
            <pc:sldMk cId="1315851385" sldId="295"/>
            <ac:cxnSpMk id="9" creationId="{FE7EE16D-DE09-741B-CE3B-1A5698876917}"/>
          </ac:cxnSpMkLst>
        </pc:cxnChg>
      </pc:sldChg>
      <pc:sldChg chg="addSp delSp modSp add mod ord">
        <pc:chgData name="Manjunatha, Harshitha" userId="2693a93e-b58d-4ebf-bbbd-41699af5dc69" providerId="ADAL" clId="{FEBD3229-46B3-5147-B7D3-AE5D08016CDC}" dt="2026-04-25T03:11:51.487" v="2341" actId="20577"/>
        <pc:sldMkLst>
          <pc:docMk/>
          <pc:sldMk cId="1541189380" sldId="296"/>
        </pc:sldMkLst>
        <pc:spChg chg="mod">
          <ac:chgData name="Manjunatha, Harshitha" userId="2693a93e-b58d-4ebf-bbbd-41699af5dc69" providerId="ADAL" clId="{FEBD3229-46B3-5147-B7D3-AE5D08016CDC}" dt="2026-04-25T02:07:06.077" v="1867" actId="27636"/>
          <ac:spMkLst>
            <pc:docMk/>
            <pc:sldMk cId="1541189380" sldId="296"/>
            <ac:spMk id="2" creationId="{39046C6A-B926-4D26-6211-D2AAFA968F6C}"/>
          </ac:spMkLst>
        </pc:spChg>
        <pc:spChg chg="del">
          <ac:chgData name="Manjunatha, Harshitha" userId="2693a93e-b58d-4ebf-bbbd-41699af5dc69" providerId="ADAL" clId="{FEBD3229-46B3-5147-B7D3-AE5D08016CDC}" dt="2026-04-25T02:07:32.988" v="1874" actId="478"/>
          <ac:spMkLst>
            <pc:docMk/>
            <pc:sldMk cId="1541189380" sldId="296"/>
            <ac:spMk id="3" creationId="{67CFBB1E-B355-34D8-5C92-E585DC97D3BC}"/>
          </ac:spMkLst>
        </pc:spChg>
        <pc:spChg chg="mod">
          <ac:chgData name="Manjunatha, Harshitha" userId="2693a93e-b58d-4ebf-bbbd-41699af5dc69" providerId="ADAL" clId="{FEBD3229-46B3-5147-B7D3-AE5D08016CDC}" dt="2026-04-25T03:11:51.487" v="2341" actId="20577"/>
          <ac:spMkLst>
            <pc:docMk/>
            <pc:sldMk cId="1541189380" sldId="296"/>
            <ac:spMk id="4" creationId="{0591F228-9F14-AE76-9ED3-B033AE799301}"/>
          </ac:spMkLst>
        </pc:spChg>
        <pc:spChg chg="del">
          <ac:chgData name="Manjunatha, Harshitha" userId="2693a93e-b58d-4ebf-bbbd-41699af5dc69" providerId="ADAL" clId="{FEBD3229-46B3-5147-B7D3-AE5D08016CDC}" dt="2026-04-25T02:07:32.988" v="1874" actId="478"/>
          <ac:spMkLst>
            <pc:docMk/>
            <pc:sldMk cId="1541189380" sldId="296"/>
            <ac:spMk id="6" creationId="{797A90DC-BB6F-EB2C-5BAD-EFE3DB8CEA86}"/>
          </ac:spMkLst>
        </pc:spChg>
        <pc:spChg chg="del">
          <ac:chgData name="Manjunatha, Harshitha" userId="2693a93e-b58d-4ebf-bbbd-41699af5dc69" providerId="ADAL" clId="{FEBD3229-46B3-5147-B7D3-AE5D08016CDC}" dt="2026-04-25T02:07:32.988" v="1874" actId="478"/>
          <ac:spMkLst>
            <pc:docMk/>
            <pc:sldMk cId="1541189380" sldId="296"/>
            <ac:spMk id="7" creationId="{CCFA7A0B-2E22-C29B-3C57-16DDD984F797}"/>
          </ac:spMkLst>
        </pc:spChg>
        <pc:spChg chg="del">
          <ac:chgData name="Manjunatha, Harshitha" userId="2693a93e-b58d-4ebf-bbbd-41699af5dc69" providerId="ADAL" clId="{FEBD3229-46B3-5147-B7D3-AE5D08016CDC}" dt="2026-04-25T02:07:32.988" v="1874" actId="478"/>
          <ac:spMkLst>
            <pc:docMk/>
            <pc:sldMk cId="1541189380" sldId="296"/>
            <ac:spMk id="8" creationId="{392EA2E3-C0A8-F2B2-9259-D38E57E2CE21}"/>
          </ac:spMkLst>
        </pc:spChg>
        <pc:spChg chg="del">
          <ac:chgData name="Manjunatha, Harshitha" userId="2693a93e-b58d-4ebf-bbbd-41699af5dc69" providerId="ADAL" clId="{FEBD3229-46B3-5147-B7D3-AE5D08016CDC}" dt="2026-04-25T02:07:32.988" v="1874" actId="478"/>
          <ac:spMkLst>
            <pc:docMk/>
            <pc:sldMk cId="1541189380" sldId="296"/>
            <ac:spMk id="10" creationId="{CF0D298E-5C91-57EA-2069-02CCB7499BD8}"/>
          </ac:spMkLst>
        </pc:spChg>
        <pc:spChg chg="del">
          <ac:chgData name="Manjunatha, Harshitha" userId="2693a93e-b58d-4ebf-bbbd-41699af5dc69" providerId="ADAL" clId="{FEBD3229-46B3-5147-B7D3-AE5D08016CDC}" dt="2026-04-25T02:07:32.988" v="1874" actId="478"/>
          <ac:spMkLst>
            <pc:docMk/>
            <pc:sldMk cId="1541189380" sldId="296"/>
            <ac:spMk id="11" creationId="{84961878-CC44-E7C9-3A65-5ACEE461B3D5}"/>
          </ac:spMkLst>
        </pc:spChg>
        <pc:spChg chg="del">
          <ac:chgData name="Manjunatha, Harshitha" userId="2693a93e-b58d-4ebf-bbbd-41699af5dc69" providerId="ADAL" clId="{FEBD3229-46B3-5147-B7D3-AE5D08016CDC}" dt="2026-04-25T02:07:32.988" v="1874" actId="478"/>
          <ac:spMkLst>
            <pc:docMk/>
            <pc:sldMk cId="1541189380" sldId="296"/>
            <ac:spMk id="12" creationId="{A821368E-BBB5-A173-E0D9-9B55DB15876B}"/>
          </ac:spMkLst>
        </pc:spChg>
        <pc:spChg chg="del">
          <ac:chgData name="Manjunatha, Harshitha" userId="2693a93e-b58d-4ebf-bbbd-41699af5dc69" providerId="ADAL" clId="{FEBD3229-46B3-5147-B7D3-AE5D08016CDC}" dt="2026-04-25T02:07:32.988" v="1874" actId="478"/>
          <ac:spMkLst>
            <pc:docMk/>
            <pc:sldMk cId="1541189380" sldId="296"/>
            <ac:spMk id="15" creationId="{82BC17BB-615A-2A4C-393D-3AF40EFA5DBC}"/>
          </ac:spMkLst>
        </pc:spChg>
        <pc:spChg chg="add mod">
          <ac:chgData name="Manjunatha, Harshitha" userId="2693a93e-b58d-4ebf-bbbd-41699af5dc69" providerId="ADAL" clId="{FEBD3229-46B3-5147-B7D3-AE5D08016CDC}" dt="2026-04-25T02:39:03.244" v="2234" actId="1076"/>
          <ac:spMkLst>
            <pc:docMk/>
            <pc:sldMk cId="1541189380" sldId="296"/>
            <ac:spMk id="16" creationId="{5DED41CA-D91C-08FC-89DA-556419B778ED}"/>
          </ac:spMkLst>
        </pc:spChg>
        <pc:spChg chg="del">
          <ac:chgData name="Manjunatha, Harshitha" userId="2693a93e-b58d-4ebf-bbbd-41699af5dc69" providerId="ADAL" clId="{FEBD3229-46B3-5147-B7D3-AE5D08016CDC}" dt="2026-04-25T02:07:36.056" v="1875" actId="478"/>
          <ac:spMkLst>
            <pc:docMk/>
            <pc:sldMk cId="1541189380" sldId="296"/>
            <ac:spMk id="17" creationId="{C8630BCD-C18D-4794-7718-0AF177C1A8E7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1541189380" sldId="296"/>
            <ac:spMk id="18" creationId="{E9F760C4-A871-BBD3-7966-4DDB24FE83F3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1541189380" sldId="296"/>
            <ac:spMk id="19" creationId="{728EE397-C27D-8F04-57D8-90EA79AA53DB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1541189380" sldId="296"/>
            <ac:spMk id="21" creationId="{881B4BCF-E026-DD68-05AF-9166D49ADA4B}"/>
          </ac:spMkLst>
        </pc:spChg>
        <pc:spChg chg="del">
          <ac:chgData name="Manjunatha, Harshitha" userId="2693a93e-b58d-4ebf-bbbd-41699af5dc69" providerId="ADAL" clId="{FEBD3229-46B3-5147-B7D3-AE5D08016CDC}" dt="2026-04-25T02:07:32.988" v="1874" actId="478"/>
          <ac:spMkLst>
            <pc:docMk/>
            <pc:sldMk cId="1541189380" sldId="296"/>
            <ac:spMk id="23" creationId="{67F08937-1D61-1A3D-785C-25C7C736080D}"/>
          </ac:spMkLst>
        </pc:spChg>
        <pc:spChg chg="del">
          <ac:chgData name="Manjunatha, Harshitha" userId="2693a93e-b58d-4ebf-bbbd-41699af5dc69" providerId="ADAL" clId="{FEBD3229-46B3-5147-B7D3-AE5D08016CDC}" dt="2026-04-25T02:07:32.988" v="1874" actId="478"/>
          <ac:spMkLst>
            <pc:docMk/>
            <pc:sldMk cId="1541189380" sldId="296"/>
            <ac:spMk id="25" creationId="{92596EBD-9C3E-A25A-36E9-8885C2CADA76}"/>
          </ac:spMkLst>
        </pc:spChg>
        <pc:picChg chg="add mod">
          <ac:chgData name="Manjunatha, Harshitha" userId="2693a93e-b58d-4ebf-bbbd-41699af5dc69" providerId="ADAL" clId="{FEBD3229-46B3-5147-B7D3-AE5D08016CDC}" dt="2026-04-25T02:08:13.321" v="1883" actId="1076"/>
          <ac:picMkLst>
            <pc:docMk/>
            <pc:sldMk cId="1541189380" sldId="296"/>
            <ac:picMk id="9" creationId="{C2B2A8CC-6394-A9AD-9BE0-95A8FFE5FA01}"/>
          </ac:picMkLst>
        </pc:picChg>
      </pc:sldChg>
      <pc:sldChg chg="addSp delSp modSp add mod ord">
        <pc:chgData name="Manjunatha, Harshitha" userId="2693a93e-b58d-4ebf-bbbd-41699af5dc69" providerId="ADAL" clId="{FEBD3229-46B3-5147-B7D3-AE5D08016CDC}" dt="2026-04-25T02:53:43.757" v="2284" actId="1076"/>
        <pc:sldMkLst>
          <pc:docMk/>
          <pc:sldMk cId="3868184115" sldId="297"/>
        </pc:sldMkLst>
        <pc:spChg chg="mod">
          <ac:chgData name="Manjunatha, Harshitha" userId="2693a93e-b58d-4ebf-bbbd-41699af5dc69" providerId="ADAL" clId="{FEBD3229-46B3-5147-B7D3-AE5D08016CDC}" dt="2026-04-25T01:47:17.613" v="1764" actId="255"/>
          <ac:spMkLst>
            <pc:docMk/>
            <pc:sldMk cId="3868184115" sldId="297"/>
            <ac:spMk id="2" creationId="{32B1BEDD-712F-8A13-CDCB-274438AE1A6C}"/>
          </ac:spMkLst>
        </pc:spChg>
        <pc:spChg chg="mod">
          <ac:chgData name="Manjunatha, Harshitha" userId="2693a93e-b58d-4ebf-bbbd-41699af5dc69" providerId="ADAL" clId="{FEBD3229-46B3-5147-B7D3-AE5D08016CDC}" dt="2026-04-25T01:48:07.530" v="1774" actId="27636"/>
          <ac:spMkLst>
            <pc:docMk/>
            <pc:sldMk cId="3868184115" sldId="297"/>
            <ac:spMk id="4" creationId="{8ACC9F8F-45B5-B4EC-E045-930D84BA14FE}"/>
          </ac:spMkLst>
        </pc:spChg>
        <pc:spChg chg="add mod">
          <ac:chgData name="Manjunatha, Harshitha" userId="2693a93e-b58d-4ebf-bbbd-41699af5dc69" providerId="ADAL" clId="{FEBD3229-46B3-5147-B7D3-AE5D08016CDC}" dt="2026-04-25T01:51:22.996" v="1778"/>
          <ac:spMkLst>
            <pc:docMk/>
            <pc:sldMk cId="3868184115" sldId="297"/>
            <ac:spMk id="5" creationId="{A5E3143A-310C-0782-90AD-CC2C00D1380F}"/>
          </ac:spMkLst>
        </pc:spChg>
        <pc:spChg chg="del">
          <ac:chgData name="Manjunatha, Harshitha" userId="2693a93e-b58d-4ebf-bbbd-41699af5dc69" providerId="ADAL" clId="{FEBD3229-46B3-5147-B7D3-AE5D08016CDC}" dt="2026-04-25T01:51:01.021" v="1775" actId="478"/>
          <ac:spMkLst>
            <pc:docMk/>
            <pc:sldMk cId="3868184115" sldId="297"/>
            <ac:spMk id="6" creationId="{996652BA-4A2C-B8A6-E258-309CF2E244AC}"/>
          </ac:spMkLst>
        </pc:spChg>
        <pc:spChg chg="del">
          <ac:chgData name="Manjunatha, Harshitha" userId="2693a93e-b58d-4ebf-bbbd-41699af5dc69" providerId="ADAL" clId="{FEBD3229-46B3-5147-B7D3-AE5D08016CDC}" dt="2026-04-25T01:51:01.021" v="1775" actId="478"/>
          <ac:spMkLst>
            <pc:docMk/>
            <pc:sldMk cId="3868184115" sldId="297"/>
            <ac:spMk id="7" creationId="{8EE608B9-3B40-B95B-BB66-DA966A44194E}"/>
          </ac:spMkLst>
        </pc:spChg>
        <pc:spChg chg="del">
          <ac:chgData name="Manjunatha, Harshitha" userId="2693a93e-b58d-4ebf-bbbd-41699af5dc69" providerId="ADAL" clId="{FEBD3229-46B3-5147-B7D3-AE5D08016CDC}" dt="2026-04-25T01:51:01.021" v="1775" actId="478"/>
          <ac:spMkLst>
            <pc:docMk/>
            <pc:sldMk cId="3868184115" sldId="297"/>
            <ac:spMk id="8" creationId="{ED8098CA-59E0-2BFD-2A0B-C9925DE24192}"/>
          </ac:spMkLst>
        </pc:spChg>
        <pc:spChg chg="add del mod">
          <ac:chgData name="Manjunatha, Harshitha" userId="2693a93e-b58d-4ebf-bbbd-41699af5dc69" providerId="ADAL" clId="{FEBD3229-46B3-5147-B7D3-AE5D08016CDC}" dt="2026-04-25T01:51:41.428" v="1783" actId="478"/>
          <ac:spMkLst>
            <pc:docMk/>
            <pc:sldMk cId="3868184115" sldId="297"/>
            <ac:spMk id="9" creationId="{794CE228-EF5C-EFD3-F1F0-A7A0029CD5CA}"/>
          </ac:spMkLst>
        </pc:spChg>
        <pc:spChg chg="del">
          <ac:chgData name="Manjunatha, Harshitha" userId="2693a93e-b58d-4ebf-bbbd-41699af5dc69" providerId="ADAL" clId="{FEBD3229-46B3-5147-B7D3-AE5D08016CDC}" dt="2026-04-25T01:51:01.021" v="1775" actId="478"/>
          <ac:spMkLst>
            <pc:docMk/>
            <pc:sldMk cId="3868184115" sldId="297"/>
            <ac:spMk id="10" creationId="{972FADCA-9FE1-86A4-A5BF-39590C1938F6}"/>
          </ac:spMkLst>
        </pc:spChg>
        <pc:spChg chg="del">
          <ac:chgData name="Manjunatha, Harshitha" userId="2693a93e-b58d-4ebf-bbbd-41699af5dc69" providerId="ADAL" clId="{FEBD3229-46B3-5147-B7D3-AE5D08016CDC}" dt="2026-04-25T01:51:01.021" v="1775" actId="478"/>
          <ac:spMkLst>
            <pc:docMk/>
            <pc:sldMk cId="3868184115" sldId="297"/>
            <ac:spMk id="11" creationId="{C34C6430-7FB1-F67B-0CFC-FD9D754BA095}"/>
          </ac:spMkLst>
        </pc:spChg>
        <pc:spChg chg="mod">
          <ac:chgData name="Manjunatha, Harshitha" userId="2693a93e-b58d-4ebf-bbbd-41699af5dc69" providerId="ADAL" clId="{FEBD3229-46B3-5147-B7D3-AE5D08016CDC}" dt="2026-04-25T01:53:04.122" v="1790" actId="207"/>
          <ac:spMkLst>
            <pc:docMk/>
            <pc:sldMk cId="3868184115" sldId="297"/>
            <ac:spMk id="13" creationId="{70534C53-8AC9-3770-08B5-C4DDE66AFA00}"/>
          </ac:spMkLst>
        </pc:spChg>
        <pc:spChg chg="del">
          <ac:chgData name="Manjunatha, Harshitha" userId="2693a93e-b58d-4ebf-bbbd-41699af5dc69" providerId="ADAL" clId="{FEBD3229-46B3-5147-B7D3-AE5D08016CDC}" dt="2026-04-25T01:51:01.021" v="1775" actId="478"/>
          <ac:spMkLst>
            <pc:docMk/>
            <pc:sldMk cId="3868184115" sldId="297"/>
            <ac:spMk id="14" creationId="{CE79BD7F-BA74-642E-F684-1547C319D890}"/>
          </ac:spMkLst>
        </pc:spChg>
        <pc:spChg chg="del">
          <ac:chgData name="Manjunatha, Harshitha" userId="2693a93e-b58d-4ebf-bbbd-41699af5dc69" providerId="ADAL" clId="{FEBD3229-46B3-5147-B7D3-AE5D08016CDC}" dt="2026-04-25T01:51:01.021" v="1775" actId="478"/>
          <ac:spMkLst>
            <pc:docMk/>
            <pc:sldMk cId="3868184115" sldId="297"/>
            <ac:spMk id="15" creationId="{141FFACF-20B3-804B-697C-CADABE64AA51}"/>
          </ac:spMkLst>
        </pc:spChg>
        <pc:spChg chg="add mod">
          <ac:chgData name="Manjunatha, Harshitha" userId="2693a93e-b58d-4ebf-bbbd-41699af5dc69" providerId="ADAL" clId="{FEBD3229-46B3-5147-B7D3-AE5D08016CDC}" dt="2026-04-25T02:01:05.797" v="1810" actId="1036"/>
          <ac:spMkLst>
            <pc:docMk/>
            <pc:sldMk cId="3868184115" sldId="297"/>
            <ac:spMk id="16" creationId="{A8F75626-2516-F6CA-B213-E792C7BE5CE7}"/>
          </ac:spMkLst>
        </pc:spChg>
        <pc:spChg chg="del mod">
          <ac:chgData name="Manjunatha, Harshitha" userId="2693a93e-b58d-4ebf-bbbd-41699af5dc69" providerId="ADAL" clId="{FEBD3229-46B3-5147-B7D3-AE5D08016CDC}" dt="2026-04-25T01:51:07.116" v="1777" actId="478"/>
          <ac:spMkLst>
            <pc:docMk/>
            <pc:sldMk cId="3868184115" sldId="297"/>
            <ac:spMk id="17" creationId="{77E59D0A-E9CC-1B73-43D1-527205262DEB}"/>
          </ac:spMkLst>
        </pc:spChg>
        <pc:spChg chg="add mod">
          <ac:chgData name="Manjunatha, Harshitha" userId="2693a93e-b58d-4ebf-bbbd-41699af5dc69" providerId="ADAL" clId="{FEBD3229-46B3-5147-B7D3-AE5D08016CDC}" dt="2026-04-25T02:01:05.797" v="1810" actId="1036"/>
          <ac:spMkLst>
            <pc:docMk/>
            <pc:sldMk cId="3868184115" sldId="297"/>
            <ac:spMk id="18" creationId="{D4454588-E050-6F0C-2D79-82FB64126890}"/>
          </ac:spMkLst>
        </pc:spChg>
        <pc:spChg chg="del">
          <ac:chgData name="Manjunatha, Harshitha" userId="2693a93e-b58d-4ebf-bbbd-41699af5dc69" providerId="ADAL" clId="{FEBD3229-46B3-5147-B7D3-AE5D08016CDC}" dt="2026-04-25T01:51:01.021" v="1775" actId="478"/>
          <ac:spMkLst>
            <pc:docMk/>
            <pc:sldMk cId="3868184115" sldId="297"/>
            <ac:spMk id="20" creationId="{AE57277A-10B6-7CCF-4166-AA207F708B0B}"/>
          </ac:spMkLst>
        </pc:spChg>
        <pc:spChg chg="add mod">
          <ac:chgData name="Manjunatha, Harshitha" userId="2693a93e-b58d-4ebf-bbbd-41699af5dc69" providerId="ADAL" clId="{FEBD3229-46B3-5147-B7D3-AE5D08016CDC}" dt="2026-04-25T02:01:05.797" v="1810" actId="1036"/>
          <ac:spMkLst>
            <pc:docMk/>
            <pc:sldMk cId="3868184115" sldId="297"/>
            <ac:spMk id="21" creationId="{547E7451-CDA7-50EE-2D52-791EC3B765E0}"/>
          </ac:spMkLst>
        </pc:spChg>
        <pc:spChg chg="del">
          <ac:chgData name="Manjunatha, Harshitha" userId="2693a93e-b58d-4ebf-bbbd-41699af5dc69" providerId="ADAL" clId="{FEBD3229-46B3-5147-B7D3-AE5D08016CDC}" dt="2026-04-25T01:51:01.021" v="1775" actId="478"/>
          <ac:spMkLst>
            <pc:docMk/>
            <pc:sldMk cId="3868184115" sldId="297"/>
            <ac:spMk id="23" creationId="{DE101A03-20AB-26C3-9055-CDA5D24F3535}"/>
          </ac:spMkLst>
        </pc:spChg>
        <pc:spChg chg="mod">
          <ac:chgData name="Manjunatha, Harshitha" userId="2693a93e-b58d-4ebf-bbbd-41699af5dc69" providerId="ADAL" clId="{FEBD3229-46B3-5147-B7D3-AE5D08016CDC}" dt="2026-04-25T01:53:14.770" v="1793" actId="207"/>
          <ac:spMkLst>
            <pc:docMk/>
            <pc:sldMk cId="3868184115" sldId="297"/>
            <ac:spMk id="24" creationId="{6AD7F600-3533-CD68-E98B-FD5CD9AAB0C5}"/>
          </ac:spMkLst>
        </pc:spChg>
        <pc:spChg chg="del">
          <ac:chgData name="Manjunatha, Harshitha" userId="2693a93e-b58d-4ebf-bbbd-41699af5dc69" providerId="ADAL" clId="{FEBD3229-46B3-5147-B7D3-AE5D08016CDC}" dt="2026-04-25T01:51:01.021" v="1775" actId="478"/>
          <ac:spMkLst>
            <pc:docMk/>
            <pc:sldMk cId="3868184115" sldId="297"/>
            <ac:spMk id="25" creationId="{5169A207-20E8-C8AB-5C72-6AD40941CB69}"/>
          </ac:spMkLst>
        </pc:spChg>
        <pc:spChg chg="add mod">
          <ac:chgData name="Manjunatha, Harshitha" userId="2693a93e-b58d-4ebf-bbbd-41699af5dc69" providerId="ADAL" clId="{FEBD3229-46B3-5147-B7D3-AE5D08016CDC}" dt="2026-04-25T02:01:05.797" v="1810" actId="1036"/>
          <ac:spMkLst>
            <pc:docMk/>
            <pc:sldMk cId="3868184115" sldId="297"/>
            <ac:spMk id="27" creationId="{2A599740-37CA-F884-565F-0EA183E51787}"/>
          </ac:spMkLst>
        </pc:spChg>
        <pc:spChg chg="mod">
          <ac:chgData name="Manjunatha, Harshitha" userId="2693a93e-b58d-4ebf-bbbd-41699af5dc69" providerId="ADAL" clId="{FEBD3229-46B3-5147-B7D3-AE5D08016CDC}" dt="2026-04-25T02:03:02.567" v="1830" actId="1076"/>
          <ac:spMkLst>
            <pc:docMk/>
            <pc:sldMk cId="3868184115" sldId="297"/>
            <ac:spMk id="34" creationId="{5637EC94-647B-2320-F9A6-0B3F2A34C3E4}"/>
          </ac:spMkLst>
        </pc:spChg>
        <pc:spChg chg="add mod">
          <ac:chgData name="Manjunatha, Harshitha" userId="2693a93e-b58d-4ebf-bbbd-41699af5dc69" providerId="ADAL" clId="{FEBD3229-46B3-5147-B7D3-AE5D08016CDC}" dt="2026-04-25T02:01:05.797" v="1810" actId="1036"/>
          <ac:spMkLst>
            <pc:docMk/>
            <pc:sldMk cId="3868184115" sldId="297"/>
            <ac:spMk id="37" creationId="{25171AD3-5997-E651-66DD-8982B0F5937C}"/>
          </ac:spMkLst>
        </pc:spChg>
        <pc:spChg chg="add mod">
          <ac:chgData name="Manjunatha, Harshitha" userId="2693a93e-b58d-4ebf-bbbd-41699af5dc69" providerId="ADAL" clId="{FEBD3229-46B3-5147-B7D3-AE5D08016CDC}" dt="2026-04-25T02:01:05.797" v="1810" actId="1036"/>
          <ac:spMkLst>
            <pc:docMk/>
            <pc:sldMk cId="3868184115" sldId="297"/>
            <ac:spMk id="49" creationId="{C4D33FF7-A80A-FFDB-404E-BC9A88030AB3}"/>
          </ac:spMkLst>
        </pc:spChg>
        <pc:spChg chg="add mod">
          <ac:chgData name="Manjunatha, Harshitha" userId="2693a93e-b58d-4ebf-bbbd-41699af5dc69" providerId="ADAL" clId="{FEBD3229-46B3-5147-B7D3-AE5D08016CDC}" dt="2026-04-25T02:01:05.797" v="1810" actId="1036"/>
          <ac:spMkLst>
            <pc:docMk/>
            <pc:sldMk cId="3868184115" sldId="297"/>
            <ac:spMk id="51" creationId="{A090E424-C767-E490-50A3-3E58994D173E}"/>
          </ac:spMkLst>
        </pc:spChg>
        <pc:spChg chg="add mod">
          <ac:chgData name="Manjunatha, Harshitha" userId="2693a93e-b58d-4ebf-bbbd-41699af5dc69" providerId="ADAL" clId="{FEBD3229-46B3-5147-B7D3-AE5D08016CDC}" dt="2026-04-25T02:01:05.797" v="1810" actId="1036"/>
          <ac:spMkLst>
            <pc:docMk/>
            <pc:sldMk cId="3868184115" sldId="297"/>
            <ac:spMk id="53" creationId="{7E9B4EC9-95D2-B53E-B43D-E832064F0CC3}"/>
          </ac:spMkLst>
        </pc:spChg>
        <pc:spChg chg="add mod">
          <ac:chgData name="Manjunatha, Harshitha" userId="2693a93e-b58d-4ebf-bbbd-41699af5dc69" providerId="ADAL" clId="{FEBD3229-46B3-5147-B7D3-AE5D08016CDC}" dt="2026-04-25T02:01:05.797" v="1810" actId="1036"/>
          <ac:spMkLst>
            <pc:docMk/>
            <pc:sldMk cId="3868184115" sldId="297"/>
            <ac:spMk id="58" creationId="{1BA2EE57-DC90-EE85-60A9-E19B5B80905E}"/>
          </ac:spMkLst>
        </pc:spChg>
        <pc:spChg chg="add mod">
          <ac:chgData name="Manjunatha, Harshitha" userId="2693a93e-b58d-4ebf-bbbd-41699af5dc69" providerId="ADAL" clId="{FEBD3229-46B3-5147-B7D3-AE5D08016CDC}" dt="2026-04-25T02:01:05.797" v="1810" actId="1036"/>
          <ac:spMkLst>
            <pc:docMk/>
            <pc:sldMk cId="3868184115" sldId="297"/>
            <ac:spMk id="59" creationId="{C16741AF-68A8-45FC-8E1B-D93848ABEF41}"/>
          </ac:spMkLst>
        </pc:spChg>
        <pc:spChg chg="add mod">
          <ac:chgData name="Manjunatha, Harshitha" userId="2693a93e-b58d-4ebf-bbbd-41699af5dc69" providerId="ADAL" clId="{FEBD3229-46B3-5147-B7D3-AE5D08016CDC}" dt="2026-04-25T02:53:37.694" v="2283" actId="20577"/>
          <ac:spMkLst>
            <pc:docMk/>
            <pc:sldMk cId="3868184115" sldId="297"/>
            <ac:spMk id="70" creationId="{DD521DE0-7150-9784-9753-10BFB95366CF}"/>
          </ac:spMkLst>
        </pc:spChg>
        <pc:spChg chg="add mod">
          <ac:chgData name="Manjunatha, Harshitha" userId="2693a93e-b58d-4ebf-bbbd-41699af5dc69" providerId="ADAL" clId="{FEBD3229-46B3-5147-B7D3-AE5D08016CDC}" dt="2026-04-25T02:53:43.757" v="2284" actId="1076"/>
          <ac:spMkLst>
            <pc:docMk/>
            <pc:sldMk cId="3868184115" sldId="297"/>
            <ac:spMk id="72" creationId="{DDB57FAB-92DD-AB57-2D44-FE9F0496846B}"/>
          </ac:spMkLst>
        </pc:spChg>
        <pc:spChg chg="add mod">
          <ac:chgData name="Manjunatha, Harshitha" userId="2693a93e-b58d-4ebf-bbbd-41699af5dc69" providerId="ADAL" clId="{FEBD3229-46B3-5147-B7D3-AE5D08016CDC}" dt="2026-04-25T02:05:43.135" v="1860" actId="1076"/>
          <ac:spMkLst>
            <pc:docMk/>
            <pc:sldMk cId="3868184115" sldId="297"/>
            <ac:spMk id="74" creationId="{FE84720B-DD70-62BB-98D1-430580CFC85F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3868184115" sldId="297"/>
            <ac:spMk id="75" creationId="{CAA34873-32D1-A63B-0A4A-D9DDBBC1B468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3868184115" sldId="297"/>
            <ac:spMk id="76" creationId="{0C03AAF2-7936-43B5-451B-7D0CAACAA2DE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3868184115" sldId="297"/>
            <ac:spMk id="77" creationId="{6B628F1D-6B1C-2B74-0895-8ADB01B81F58}"/>
          </ac:spMkLst>
        </pc:spChg>
      </pc:sldChg>
      <pc:sldChg chg="addSp delSp modSp add mod">
        <pc:chgData name="Manjunatha, Harshitha" userId="2693a93e-b58d-4ebf-bbbd-41699af5dc69" providerId="ADAL" clId="{FEBD3229-46B3-5147-B7D3-AE5D08016CDC}" dt="2026-04-25T03:11:57.922" v="2342" actId="20577"/>
        <pc:sldMkLst>
          <pc:docMk/>
          <pc:sldMk cId="2748002561" sldId="298"/>
        </pc:sldMkLst>
        <pc:spChg chg="mod">
          <ac:chgData name="Manjunatha, Harshitha" userId="2693a93e-b58d-4ebf-bbbd-41699af5dc69" providerId="ADAL" clId="{FEBD3229-46B3-5147-B7D3-AE5D08016CDC}" dt="2026-04-25T00:03:41.069" v="1549" actId="20577"/>
          <ac:spMkLst>
            <pc:docMk/>
            <pc:sldMk cId="2748002561" sldId="298"/>
            <ac:spMk id="2" creationId="{FD604F6F-4CF3-E531-B8A7-3A6AD22CFC55}"/>
          </ac:spMkLst>
        </pc:spChg>
        <pc:spChg chg="del">
          <ac:chgData name="Manjunatha, Harshitha" userId="2693a93e-b58d-4ebf-bbbd-41699af5dc69" providerId="ADAL" clId="{FEBD3229-46B3-5147-B7D3-AE5D08016CDC}" dt="2026-04-25T02:11:05.265" v="1903" actId="478"/>
          <ac:spMkLst>
            <pc:docMk/>
            <pc:sldMk cId="2748002561" sldId="298"/>
            <ac:spMk id="3" creationId="{8BEC1193-B183-37B2-EF11-A9FD05CF4F85}"/>
          </ac:spMkLst>
        </pc:spChg>
        <pc:spChg chg="mod">
          <ac:chgData name="Manjunatha, Harshitha" userId="2693a93e-b58d-4ebf-bbbd-41699af5dc69" providerId="ADAL" clId="{FEBD3229-46B3-5147-B7D3-AE5D08016CDC}" dt="2026-04-25T03:11:57.922" v="2342" actId="20577"/>
          <ac:spMkLst>
            <pc:docMk/>
            <pc:sldMk cId="2748002561" sldId="298"/>
            <ac:spMk id="4" creationId="{2C4645BA-5A1B-3FB2-F165-EDC583543658}"/>
          </ac:spMkLst>
        </pc:spChg>
        <pc:spChg chg="del">
          <ac:chgData name="Manjunatha, Harshitha" userId="2693a93e-b58d-4ebf-bbbd-41699af5dc69" providerId="ADAL" clId="{FEBD3229-46B3-5147-B7D3-AE5D08016CDC}" dt="2026-04-25T02:11:05.265" v="1903" actId="478"/>
          <ac:spMkLst>
            <pc:docMk/>
            <pc:sldMk cId="2748002561" sldId="298"/>
            <ac:spMk id="6" creationId="{0C7A7454-64B6-9387-CD03-A4E46DCEBB0E}"/>
          </ac:spMkLst>
        </pc:spChg>
        <pc:spChg chg="add mod">
          <ac:chgData name="Manjunatha, Harshitha" userId="2693a93e-b58d-4ebf-bbbd-41699af5dc69" providerId="ADAL" clId="{FEBD3229-46B3-5147-B7D3-AE5D08016CDC}" dt="2026-04-25T02:25:28.078" v="2072" actId="20577"/>
          <ac:spMkLst>
            <pc:docMk/>
            <pc:sldMk cId="2748002561" sldId="298"/>
            <ac:spMk id="9" creationId="{C97A3BED-B45F-3DD9-6BE5-57A6D4A88C2B}"/>
          </ac:spMkLst>
        </pc:spChg>
        <pc:spChg chg="del">
          <ac:chgData name="Manjunatha, Harshitha" userId="2693a93e-b58d-4ebf-bbbd-41699af5dc69" providerId="ADAL" clId="{FEBD3229-46B3-5147-B7D3-AE5D08016CDC}" dt="2026-04-25T02:11:05.265" v="1903" actId="478"/>
          <ac:spMkLst>
            <pc:docMk/>
            <pc:sldMk cId="2748002561" sldId="298"/>
            <ac:spMk id="10" creationId="{F3211918-409A-F511-8143-34ADA55910AA}"/>
          </ac:spMkLst>
        </pc:spChg>
        <pc:spChg chg="del">
          <ac:chgData name="Manjunatha, Harshitha" userId="2693a93e-b58d-4ebf-bbbd-41699af5dc69" providerId="ADAL" clId="{FEBD3229-46B3-5147-B7D3-AE5D08016CDC}" dt="2026-04-25T02:11:05.265" v="1903" actId="478"/>
          <ac:spMkLst>
            <pc:docMk/>
            <pc:sldMk cId="2748002561" sldId="298"/>
            <ac:spMk id="11" creationId="{C8BB1A8F-75E7-5800-7BF9-1E32E322CC98}"/>
          </ac:spMkLst>
        </pc:spChg>
        <pc:spChg chg="del">
          <ac:chgData name="Manjunatha, Harshitha" userId="2693a93e-b58d-4ebf-bbbd-41699af5dc69" providerId="ADAL" clId="{FEBD3229-46B3-5147-B7D3-AE5D08016CDC}" dt="2026-04-25T02:11:05.265" v="1903" actId="478"/>
          <ac:spMkLst>
            <pc:docMk/>
            <pc:sldMk cId="2748002561" sldId="298"/>
            <ac:spMk id="12" creationId="{CAAA9080-591A-7126-AB96-0BA5C7C6AE1B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2748002561" sldId="298"/>
            <ac:spMk id="13" creationId="{F4564654-4584-285E-6F07-F2FAAC41A3F7}"/>
          </ac:spMkLst>
        </pc:spChg>
        <pc:spChg chg="del">
          <ac:chgData name="Manjunatha, Harshitha" userId="2693a93e-b58d-4ebf-bbbd-41699af5dc69" providerId="ADAL" clId="{FEBD3229-46B3-5147-B7D3-AE5D08016CDC}" dt="2026-04-25T02:11:05.265" v="1903" actId="478"/>
          <ac:spMkLst>
            <pc:docMk/>
            <pc:sldMk cId="2748002561" sldId="298"/>
            <ac:spMk id="14" creationId="{04E1763F-F3F5-2743-36D3-243091932329}"/>
          </ac:spMkLst>
        </pc:spChg>
        <pc:spChg chg="del">
          <ac:chgData name="Manjunatha, Harshitha" userId="2693a93e-b58d-4ebf-bbbd-41699af5dc69" providerId="ADAL" clId="{FEBD3229-46B3-5147-B7D3-AE5D08016CDC}" dt="2026-04-25T02:11:05.265" v="1903" actId="478"/>
          <ac:spMkLst>
            <pc:docMk/>
            <pc:sldMk cId="2748002561" sldId="298"/>
            <ac:spMk id="15" creationId="{CA02A451-7B51-1FE5-8CE1-6B94039D4E74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2748002561" sldId="298"/>
            <ac:spMk id="16" creationId="{B6147D76-CA77-0B54-BD54-39E4B56C7842}"/>
          </ac:spMkLst>
        </pc:spChg>
        <pc:spChg chg="del">
          <ac:chgData name="Manjunatha, Harshitha" userId="2693a93e-b58d-4ebf-bbbd-41699af5dc69" providerId="ADAL" clId="{FEBD3229-46B3-5147-B7D3-AE5D08016CDC}" dt="2026-04-25T02:11:07.855" v="1904" actId="478"/>
          <ac:spMkLst>
            <pc:docMk/>
            <pc:sldMk cId="2748002561" sldId="298"/>
            <ac:spMk id="17" creationId="{7906B360-1283-705E-C228-5AB5CDCCAFF8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2748002561" sldId="298"/>
            <ac:spMk id="18" creationId="{DCEF4EC6-2109-8B8E-2082-E024F50DF307}"/>
          </ac:spMkLst>
        </pc:spChg>
        <pc:spChg chg="del">
          <ac:chgData name="Manjunatha, Harshitha" userId="2693a93e-b58d-4ebf-bbbd-41699af5dc69" providerId="ADAL" clId="{FEBD3229-46B3-5147-B7D3-AE5D08016CDC}" dt="2026-04-25T02:11:05.265" v="1903" actId="478"/>
          <ac:spMkLst>
            <pc:docMk/>
            <pc:sldMk cId="2748002561" sldId="298"/>
            <ac:spMk id="20" creationId="{3CF77C8D-E9EA-BF1C-9BC4-FCF66E33723F}"/>
          </ac:spMkLst>
        </pc:spChg>
        <pc:spChg chg="del">
          <ac:chgData name="Manjunatha, Harshitha" userId="2693a93e-b58d-4ebf-bbbd-41699af5dc69" providerId="ADAL" clId="{FEBD3229-46B3-5147-B7D3-AE5D08016CDC}" dt="2026-04-25T02:11:05.265" v="1903" actId="478"/>
          <ac:spMkLst>
            <pc:docMk/>
            <pc:sldMk cId="2748002561" sldId="298"/>
            <ac:spMk id="23" creationId="{D30E35C3-3018-B8B3-7AF5-CE78C1AFA708}"/>
          </ac:spMkLst>
        </pc:spChg>
        <pc:spChg chg="del">
          <ac:chgData name="Manjunatha, Harshitha" userId="2693a93e-b58d-4ebf-bbbd-41699af5dc69" providerId="ADAL" clId="{FEBD3229-46B3-5147-B7D3-AE5D08016CDC}" dt="2026-04-25T02:11:05.265" v="1903" actId="478"/>
          <ac:spMkLst>
            <pc:docMk/>
            <pc:sldMk cId="2748002561" sldId="298"/>
            <ac:spMk id="25" creationId="{09CC4EB1-AB63-C5E7-5396-2BECCFA1A818}"/>
          </ac:spMkLst>
        </pc:spChg>
      </pc:sldChg>
      <pc:sldChg chg="addSp delSp modSp add mod">
        <pc:chgData name="Manjunatha, Harshitha" userId="2693a93e-b58d-4ebf-bbbd-41699af5dc69" providerId="ADAL" clId="{FEBD3229-46B3-5147-B7D3-AE5D08016CDC}" dt="2026-04-25T02:27:21.045" v="2074"/>
        <pc:sldMkLst>
          <pc:docMk/>
          <pc:sldMk cId="3022574628" sldId="299"/>
        </pc:sldMkLst>
        <pc:spChg chg="mod">
          <ac:chgData name="Manjunatha, Harshitha" userId="2693a93e-b58d-4ebf-bbbd-41699af5dc69" providerId="ADAL" clId="{FEBD3229-46B3-5147-B7D3-AE5D08016CDC}" dt="2026-04-25T00:03:47.371" v="1560" actId="20577"/>
          <ac:spMkLst>
            <pc:docMk/>
            <pc:sldMk cId="3022574628" sldId="299"/>
            <ac:spMk id="2" creationId="{C55EC2FA-0FA4-C3F3-8C12-1FAD557E9801}"/>
          </ac:spMkLst>
        </pc:spChg>
        <pc:spChg chg="del">
          <ac:chgData name="Manjunatha, Harshitha" userId="2693a93e-b58d-4ebf-bbbd-41699af5dc69" providerId="ADAL" clId="{FEBD3229-46B3-5147-B7D3-AE5D08016CDC}" dt="2026-04-25T02:14:42.614" v="1950" actId="478"/>
          <ac:spMkLst>
            <pc:docMk/>
            <pc:sldMk cId="3022574628" sldId="299"/>
            <ac:spMk id="3" creationId="{8C9B26C4-22C1-BBF5-5317-2E8E22E9DD4F}"/>
          </ac:spMkLst>
        </pc:spChg>
        <pc:spChg chg="del">
          <ac:chgData name="Manjunatha, Harshitha" userId="2693a93e-b58d-4ebf-bbbd-41699af5dc69" providerId="ADAL" clId="{FEBD3229-46B3-5147-B7D3-AE5D08016CDC}" dt="2026-04-25T02:14:39.835" v="1949" actId="478"/>
          <ac:spMkLst>
            <pc:docMk/>
            <pc:sldMk cId="3022574628" sldId="299"/>
            <ac:spMk id="4" creationId="{C40EE5F0-E690-ADB9-BD8A-39836DC88A6C}"/>
          </ac:spMkLst>
        </pc:spChg>
        <pc:spChg chg="del">
          <ac:chgData name="Manjunatha, Harshitha" userId="2693a93e-b58d-4ebf-bbbd-41699af5dc69" providerId="ADAL" clId="{FEBD3229-46B3-5147-B7D3-AE5D08016CDC}" dt="2026-04-25T02:14:42.614" v="1950" actId="478"/>
          <ac:spMkLst>
            <pc:docMk/>
            <pc:sldMk cId="3022574628" sldId="299"/>
            <ac:spMk id="6" creationId="{0E74DA79-0A46-D12F-040A-E7C6514C7799}"/>
          </ac:spMkLst>
        </pc:spChg>
        <pc:spChg chg="del">
          <ac:chgData name="Manjunatha, Harshitha" userId="2693a93e-b58d-4ebf-bbbd-41699af5dc69" providerId="ADAL" clId="{FEBD3229-46B3-5147-B7D3-AE5D08016CDC}" dt="2026-04-25T02:14:42.614" v="1950" actId="478"/>
          <ac:spMkLst>
            <pc:docMk/>
            <pc:sldMk cId="3022574628" sldId="299"/>
            <ac:spMk id="7" creationId="{68F081A4-C0DB-04BA-64A8-5F48E554188E}"/>
          </ac:spMkLst>
        </pc:spChg>
        <pc:spChg chg="del">
          <ac:chgData name="Manjunatha, Harshitha" userId="2693a93e-b58d-4ebf-bbbd-41699af5dc69" providerId="ADAL" clId="{FEBD3229-46B3-5147-B7D3-AE5D08016CDC}" dt="2026-04-25T02:14:42.614" v="1950" actId="478"/>
          <ac:spMkLst>
            <pc:docMk/>
            <pc:sldMk cId="3022574628" sldId="299"/>
            <ac:spMk id="8" creationId="{1FE2986B-3364-59E2-2DD2-5C8113AFACF9}"/>
          </ac:spMkLst>
        </pc:spChg>
        <pc:spChg chg="add mod">
          <ac:chgData name="Manjunatha, Harshitha" userId="2693a93e-b58d-4ebf-bbbd-41699af5dc69" providerId="ADAL" clId="{FEBD3229-46B3-5147-B7D3-AE5D08016CDC}" dt="2026-04-25T02:18:46.080" v="2021" actId="5793"/>
          <ac:spMkLst>
            <pc:docMk/>
            <pc:sldMk cId="3022574628" sldId="299"/>
            <ac:spMk id="9" creationId="{4B8D8A6E-2F5F-92EC-3EE1-6D61B5E11B62}"/>
          </ac:spMkLst>
        </pc:spChg>
        <pc:spChg chg="del">
          <ac:chgData name="Manjunatha, Harshitha" userId="2693a93e-b58d-4ebf-bbbd-41699af5dc69" providerId="ADAL" clId="{FEBD3229-46B3-5147-B7D3-AE5D08016CDC}" dt="2026-04-25T02:14:42.614" v="1950" actId="478"/>
          <ac:spMkLst>
            <pc:docMk/>
            <pc:sldMk cId="3022574628" sldId="299"/>
            <ac:spMk id="10" creationId="{43B371D9-EDA3-2001-F0B2-BC532412A356}"/>
          </ac:spMkLst>
        </pc:spChg>
        <pc:spChg chg="del">
          <ac:chgData name="Manjunatha, Harshitha" userId="2693a93e-b58d-4ebf-bbbd-41699af5dc69" providerId="ADAL" clId="{FEBD3229-46B3-5147-B7D3-AE5D08016CDC}" dt="2026-04-25T02:14:42.614" v="1950" actId="478"/>
          <ac:spMkLst>
            <pc:docMk/>
            <pc:sldMk cId="3022574628" sldId="299"/>
            <ac:spMk id="11" creationId="{4E68829F-7E0A-A5EC-5925-B19A4232801C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3022574628" sldId="299"/>
            <ac:spMk id="13" creationId="{CDDBFFA3-E9D1-90FB-A145-08FDC8C227EB}"/>
          </ac:spMkLst>
        </pc:spChg>
        <pc:spChg chg="del">
          <ac:chgData name="Manjunatha, Harshitha" userId="2693a93e-b58d-4ebf-bbbd-41699af5dc69" providerId="ADAL" clId="{FEBD3229-46B3-5147-B7D3-AE5D08016CDC}" dt="2026-04-25T02:14:42.614" v="1950" actId="478"/>
          <ac:spMkLst>
            <pc:docMk/>
            <pc:sldMk cId="3022574628" sldId="299"/>
            <ac:spMk id="15" creationId="{81E6AF31-55D0-0E4C-A09C-F7B6F5D34404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3022574628" sldId="299"/>
            <ac:spMk id="16" creationId="{43CFDB2F-A2FD-1620-62B9-7822BDBB1B4C}"/>
          </ac:spMkLst>
        </pc:spChg>
        <pc:spChg chg="del">
          <ac:chgData name="Manjunatha, Harshitha" userId="2693a93e-b58d-4ebf-bbbd-41699af5dc69" providerId="ADAL" clId="{FEBD3229-46B3-5147-B7D3-AE5D08016CDC}" dt="2026-04-25T02:14:45.131" v="1951" actId="478"/>
          <ac:spMkLst>
            <pc:docMk/>
            <pc:sldMk cId="3022574628" sldId="299"/>
            <ac:spMk id="17" creationId="{D0450F66-7ED9-0862-4F05-BE1A14F7E078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3022574628" sldId="299"/>
            <ac:spMk id="18" creationId="{138B8778-C39C-A95C-5C97-A6D0E63ED406}"/>
          </ac:spMkLst>
        </pc:spChg>
        <pc:spChg chg="del">
          <ac:chgData name="Manjunatha, Harshitha" userId="2693a93e-b58d-4ebf-bbbd-41699af5dc69" providerId="ADAL" clId="{FEBD3229-46B3-5147-B7D3-AE5D08016CDC}" dt="2026-04-25T02:14:42.614" v="1950" actId="478"/>
          <ac:spMkLst>
            <pc:docMk/>
            <pc:sldMk cId="3022574628" sldId="299"/>
            <ac:spMk id="20" creationId="{7C7A2AE8-A78B-F770-E67D-5CF737C33906}"/>
          </ac:spMkLst>
        </pc:spChg>
        <pc:spChg chg="del">
          <ac:chgData name="Manjunatha, Harshitha" userId="2693a93e-b58d-4ebf-bbbd-41699af5dc69" providerId="ADAL" clId="{FEBD3229-46B3-5147-B7D3-AE5D08016CDC}" dt="2026-04-25T02:14:42.614" v="1950" actId="478"/>
          <ac:spMkLst>
            <pc:docMk/>
            <pc:sldMk cId="3022574628" sldId="299"/>
            <ac:spMk id="23" creationId="{75ADAE30-F7A9-0E76-2DCA-17AB7BBB2CDA}"/>
          </ac:spMkLst>
        </pc:spChg>
        <pc:spChg chg="del">
          <ac:chgData name="Manjunatha, Harshitha" userId="2693a93e-b58d-4ebf-bbbd-41699af5dc69" providerId="ADAL" clId="{FEBD3229-46B3-5147-B7D3-AE5D08016CDC}" dt="2026-04-25T02:14:42.614" v="1950" actId="478"/>
          <ac:spMkLst>
            <pc:docMk/>
            <pc:sldMk cId="3022574628" sldId="299"/>
            <ac:spMk id="25" creationId="{23586989-679D-1159-BFDB-FD0032BF8673}"/>
          </ac:spMkLst>
        </pc:spChg>
      </pc:sldChg>
      <pc:sldChg chg="modSp add del mod">
        <pc:chgData name="Manjunatha, Harshitha" userId="2693a93e-b58d-4ebf-bbbd-41699af5dc69" providerId="ADAL" clId="{FEBD3229-46B3-5147-B7D3-AE5D08016CDC}" dt="2026-04-25T02:19:29.949" v="2032" actId="2696"/>
        <pc:sldMkLst>
          <pc:docMk/>
          <pc:sldMk cId="1147268886" sldId="300"/>
        </pc:sldMkLst>
        <pc:spChg chg="mod">
          <ac:chgData name="Manjunatha, Harshitha" userId="2693a93e-b58d-4ebf-bbbd-41699af5dc69" providerId="ADAL" clId="{FEBD3229-46B3-5147-B7D3-AE5D08016CDC}" dt="2026-04-25T00:04:32.233" v="1602" actId="20577"/>
          <ac:spMkLst>
            <pc:docMk/>
            <pc:sldMk cId="1147268886" sldId="300"/>
            <ac:spMk id="2" creationId="{8D171EE0-DB40-0436-30FF-F722F228D099}"/>
          </ac:spMkLst>
        </pc:spChg>
      </pc:sldChg>
      <pc:sldChg chg="addSp delSp modSp add mod">
        <pc:chgData name="Manjunatha, Harshitha" userId="2693a93e-b58d-4ebf-bbbd-41699af5dc69" providerId="ADAL" clId="{FEBD3229-46B3-5147-B7D3-AE5D08016CDC}" dt="2026-04-25T03:11:43.448" v="2340" actId="20577"/>
        <pc:sldMkLst>
          <pc:docMk/>
          <pc:sldMk cId="1867530674" sldId="301"/>
        </pc:sldMkLst>
        <pc:spChg chg="mod">
          <ac:chgData name="Manjunatha, Harshitha" userId="2693a93e-b58d-4ebf-bbbd-41699af5dc69" providerId="ADAL" clId="{FEBD3229-46B3-5147-B7D3-AE5D08016CDC}" dt="2026-04-25T01:36:47.392" v="1726" actId="27636"/>
          <ac:spMkLst>
            <pc:docMk/>
            <pc:sldMk cId="1867530674" sldId="301"/>
            <ac:spMk id="2" creationId="{7DE03F4A-DD2B-8B82-8640-533AD7987645}"/>
          </ac:spMkLst>
        </pc:spChg>
        <pc:spChg chg="del">
          <ac:chgData name="Manjunatha, Harshitha" userId="2693a93e-b58d-4ebf-bbbd-41699af5dc69" providerId="ADAL" clId="{FEBD3229-46B3-5147-B7D3-AE5D08016CDC}" dt="2026-04-25T01:37:29.228" v="1736" actId="478"/>
          <ac:spMkLst>
            <pc:docMk/>
            <pc:sldMk cId="1867530674" sldId="301"/>
            <ac:spMk id="3" creationId="{9DB211F1-AB86-1D2F-08CF-99DBD3A17FBF}"/>
          </ac:spMkLst>
        </pc:spChg>
        <pc:spChg chg="mod">
          <ac:chgData name="Manjunatha, Harshitha" userId="2693a93e-b58d-4ebf-bbbd-41699af5dc69" providerId="ADAL" clId="{FEBD3229-46B3-5147-B7D3-AE5D08016CDC}" dt="2026-04-25T03:11:43.448" v="2340" actId="20577"/>
          <ac:spMkLst>
            <pc:docMk/>
            <pc:sldMk cId="1867530674" sldId="301"/>
            <ac:spMk id="4" creationId="{D619742F-43AD-9256-B9AC-6330B528C289}"/>
          </ac:spMkLst>
        </pc:spChg>
        <pc:spChg chg="del">
          <ac:chgData name="Manjunatha, Harshitha" userId="2693a93e-b58d-4ebf-bbbd-41699af5dc69" providerId="ADAL" clId="{FEBD3229-46B3-5147-B7D3-AE5D08016CDC}" dt="2026-04-25T01:37:25.218" v="1735" actId="478"/>
          <ac:spMkLst>
            <pc:docMk/>
            <pc:sldMk cId="1867530674" sldId="301"/>
            <ac:spMk id="6" creationId="{B76FB3E0-8446-8596-F2B7-E3E13790EA84}"/>
          </ac:spMkLst>
        </pc:spChg>
        <pc:spChg chg="del">
          <ac:chgData name="Manjunatha, Harshitha" userId="2693a93e-b58d-4ebf-bbbd-41699af5dc69" providerId="ADAL" clId="{FEBD3229-46B3-5147-B7D3-AE5D08016CDC}" dt="2026-04-25T01:37:25.218" v="1735" actId="478"/>
          <ac:spMkLst>
            <pc:docMk/>
            <pc:sldMk cId="1867530674" sldId="301"/>
            <ac:spMk id="7" creationId="{F7E178B8-9CE7-6B1A-EE95-A304C8D71F80}"/>
          </ac:spMkLst>
        </pc:spChg>
        <pc:spChg chg="del">
          <ac:chgData name="Manjunatha, Harshitha" userId="2693a93e-b58d-4ebf-bbbd-41699af5dc69" providerId="ADAL" clId="{FEBD3229-46B3-5147-B7D3-AE5D08016CDC}" dt="2026-04-25T01:37:25.218" v="1735" actId="478"/>
          <ac:spMkLst>
            <pc:docMk/>
            <pc:sldMk cId="1867530674" sldId="301"/>
            <ac:spMk id="8" creationId="{7E7C9AD0-0DFE-4BB1-D73D-DBB2D96FD31D}"/>
          </ac:spMkLst>
        </pc:spChg>
        <pc:spChg chg="del">
          <ac:chgData name="Manjunatha, Harshitha" userId="2693a93e-b58d-4ebf-bbbd-41699af5dc69" providerId="ADAL" clId="{FEBD3229-46B3-5147-B7D3-AE5D08016CDC}" dt="2026-04-25T01:37:25.218" v="1735" actId="478"/>
          <ac:spMkLst>
            <pc:docMk/>
            <pc:sldMk cId="1867530674" sldId="301"/>
            <ac:spMk id="10" creationId="{97049871-7DCF-4602-3E31-6BC600CE0EB0}"/>
          </ac:spMkLst>
        </pc:spChg>
        <pc:spChg chg="del">
          <ac:chgData name="Manjunatha, Harshitha" userId="2693a93e-b58d-4ebf-bbbd-41699af5dc69" providerId="ADAL" clId="{FEBD3229-46B3-5147-B7D3-AE5D08016CDC}" dt="2026-04-25T01:37:25.218" v="1735" actId="478"/>
          <ac:spMkLst>
            <pc:docMk/>
            <pc:sldMk cId="1867530674" sldId="301"/>
            <ac:spMk id="11" creationId="{CEE9836F-1838-243A-71E0-ADDCEF8057B4}"/>
          </ac:spMkLst>
        </pc:spChg>
        <pc:spChg chg="del">
          <ac:chgData name="Manjunatha, Harshitha" userId="2693a93e-b58d-4ebf-bbbd-41699af5dc69" providerId="ADAL" clId="{FEBD3229-46B3-5147-B7D3-AE5D08016CDC}" dt="2026-04-25T01:37:25.218" v="1735" actId="478"/>
          <ac:spMkLst>
            <pc:docMk/>
            <pc:sldMk cId="1867530674" sldId="301"/>
            <ac:spMk id="12" creationId="{703EB1C3-8931-DAA2-802D-E918958A9378}"/>
          </ac:spMkLst>
        </pc:spChg>
        <pc:spChg chg="del">
          <ac:chgData name="Manjunatha, Harshitha" userId="2693a93e-b58d-4ebf-bbbd-41699af5dc69" providerId="ADAL" clId="{FEBD3229-46B3-5147-B7D3-AE5D08016CDC}" dt="2026-04-25T01:37:29.228" v="1736" actId="478"/>
          <ac:spMkLst>
            <pc:docMk/>
            <pc:sldMk cId="1867530674" sldId="301"/>
            <ac:spMk id="14" creationId="{23ABD299-481F-15EA-76E4-D85153577410}"/>
          </ac:spMkLst>
        </pc:spChg>
        <pc:spChg chg="del">
          <ac:chgData name="Manjunatha, Harshitha" userId="2693a93e-b58d-4ebf-bbbd-41699af5dc69" providerId="ADAL" clId="{FEBD3229-46B3-5147-B7D3-AE5D08016CDC}" dt="2026-04-25T01:37:29.228" v="1736" actId="478"/>
          <ac:spMkLst>
            <pc:docMk/>
            <pc:sldMk cId="1867530674" sldId="301"/>
            <ac:spMk id="15" creationId="{6B34B919-4BD7-F2B2-9AFA-AA1F1DD57272}"/>
          </ac:spMkLst>
        </pc:spChg>
        <pc:spChg chg="add mod">
          <ac:chgData name="Manjunatha, Harshitha" userId="2693a93e-b58d-4ebf-bbbd-41699af5dc69" providerId="ADAL" clId="{FEBD3229-46B3-5147-B7D3-AE5D08016CDC}" dt="2026-04-25T02:38:30.277" v="2214" actId="1076"/>
          <ac:spMkLst>
            <pc:docMk/>
            <pc:sldMk cId="1867530674" sldId="301"/>
            <ac:spMk id="16" creationId="{585946B1-8C16-EA8F-C120-AFA5D1A8E000}"/>
          </ac:spMkLst>
        </pc:spChg>
        <pc:spChg chg="del">
          <ac:chgData name="Manjunatha, Harshitha" userId="2693a93e-b58d-4ebf-bbbd-41699af5dc69" providerId="ADAL" clId="{FEBD3229-46B3-5147-B7D3-AE5D08016CDC}" dt="2026-04-25T01:37:30.916" v="1737" actId="478"/>
          <ac:spMkLst>
            <pc:docMk/>
            <pc:sldMk cId="1867530674" sldId="301"/>
            <ac:spMk id="17" creationId="{9EFD138F-8172-293A-D6B7-0F94230C17B1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1867530674" sldId="301"/>
            <ac:spMk id="18" creationId="{0A9DCE2A-5543-E4B7-8891-CE9054F4DA32}"/>
          </ac:spMkLst>
        </pc:spChg>
        <pc:spChg chg="add mod">
          <ac:chgData name="Manjunatha, Harshitha" userId="2693a93e-b58d-4ebf-bbbd-41699af5dc69" providerId="ADAL" clId="{FEBD3229-46B3-5147-B7D3-AE5D08016CDC}" dt="2026-04-25T02:26:59.172" v="2073"/>
          <ac:spMkLst>
            <pc:docMk/>
            <pc:sldMk cId="1867530674" sldId="301"/>
            <ac:spMk id="19" creationId="{2DC9BA25-23BA-8B76-ECD2-56EFF2214A29}"/>
          </ac:spMkLst>
        </pc:spChg>
        <pc:spChg chg="del">
          <ac:chgData name="Manjunatha, Harshitha" userId="2693a93e-b58d-4ebf-bbbd-41699af5dc69" providerId="ADAL" clId="{FEBD3229-46B3-5147-B7D3-AE5D08016CDC}" dt="2026-04-25T01:37:25.218" v="1735" actId="478"/>
          <ac:spMkLst>
            <pc:docMk/>
            <pc:sldMk cId="1867530674" sldId="301"/>
            <ac:spMk id="20" creationId="{560951E7-6558-9D3C-E313-FF6BEFA32DB4}"/>
          </ac:spMkLst>
        </pc:spChg>
        <pc:spChg chg="add mod">
          <ac:chgData name="Manjunatha, Harshitha" userId="2693a93e-b58d-4ebf-bbbd-41699af5dc69" providerId="ADAL" clId="{FEBD3229-46B3-5147-B7D3-AE5D08016CDC}" dt="2026-04-25T02:27:21.045" v="2074"/>
          <ac:spMkLst>
            <pc:docMk/>
            <pc:sldMk cId="1867530674" sldId="301"/>
            <ac:spMk id="21" creationId="{773527DA-083B-1E3B-D051-EB5DC44581A1}"/>
          </ac:spMkLst>
        </pc:spChg>
        <pc:spChg chg="del">
          <ac:chgData name="Manjunatha, Harshitha" userId="2693a93e-b58d-4ebf-bbbd-41699af5dc69" providerId="ADAL" clId="{FEBD3229-46B3-5147-B7D3-AE5D08016CDC}" dt="2026-04-25T01:37:25.218" v="1735" actId="478"/>
          <ac:spMkLst>
            <pc:docMk/>
            <pc:sldMk cId="1867530674" sldId="301"/>
            <ac:spMk id="23" creationId="{3E76EFCD-1722-12AD-27AE-F1AAF6CA01BE}"/>
          </ac:spMkLst>
        </pc:spChg>
        <pc:spChg chg="del">
          <ac:chgData name="Manjunatha, Harshitha" userId="2693a93e-b58d-4ebf-bbbd-41699af5dc69" providerId="ADAL" clId="{FEBD3229-46B3-5147-B7D3-AE5D08016CDC}" dt="2026-04-25T01:37:32.623" v="1738" actId="478"/>
          <ac:spMkLst>
            <pc:docMk/>
            <pc:sldMk cId="1867530674" sldId="301"/>
            <ac:spMk id="25" creationId="{6B83E150-63CB-79EB-212B-32FD198C6D9B}"/>
          </ac:spMkLst>
        </pc:spChg>
        <pc:spChg chg="del">
          <ac:chgData name="Manjunatha, Harshitha" userId="2693a93e-b58d-4ebf-bbbd-41699af5dc69" providerId="ADAL" clId="{FEBD3229-46B3-5147-B7D3-AE5D08016CDC}" dt="2026-04-25T01:37:25.218" v="1735" actId="478"/>
          <ac:spMkLst>
            <pc:docMk/>
            <pc:sldMk cId="1867530674" sldId="301"/>
            <ac:spMk id="27" creationId="{01866106-372C-487E-D1C7-B4D90EB348A4}"/>
          </ac:spMkLst>
        </pc:spChg>
        <pc:spChg chg="del">
          <ac:chgData name="Manjunatha, Harshitha" userId="2693a93e-b58d-4ebf-bbbd-41699af5dc69" providerId="ADAL" clId="{FEBD3229-46B3-5147-B7D3-AE5D08016CDC}" dt="2026-04-25T01:37:29.228" v="1736" actId="478"/>
          <ac:spMkLst>
            <pc:docMk/>
            <pc:sldMk cId="1867530674" sldId="301"/>
            <ac:spMk id="29" creationId="{D15387DD-6B3C-2945-6698-ED5EA038B0D9}"/>
          </ac:spMkLst>
        </pc:spChg>
        <pc:picChg chg="add mod">
          <ac:chgData name="Manjunatha, Harshitha" userId="2693a93e-b58d-4ebf-bbbd-41699af5dc69" providerId="ADAL" clId="{FEBD3229-46B3-5147-B7D3-AE5D08016CDC}" dt="2026-04-25T02:38:36.333" v="2220" actId="1035"/>
          <ac:picMkLst>
            <pc:docMk/>
            <pc:sldMk cId="1867530674" sldId="301"/>
            <ac:picMk id="9" creationId="{AB52335B-C43C-1ED1-F325-4470FC190FD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A2FB17-E6AA-854A-ABD0-CE1C31FD00C3}" type="doc">
      <dgm:prSet loTypeId="urn:microsoft.com/office/officeart/2005/8/layout/pyramid2" loCatId="" qsTypeId="urn:microsoft.com/office/officeart/2005/8/quickstyle/simple3" qsCatId="simple" csTypeId="urn:microsoft.com/office/officeart/2005/8/colors/accent6_1" csCatId="accent6" phldr="1"/>
      <dgm:spPr/>
    </dgm:pt>
    <dgm:pt modelId="{9A3CCE5F-EC68-844D-977E-DB31D3419DCA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50" b="0" i="0" dirty="0"/>
            <a:t>The architecture balances </a:t>
          </a:r>
          <a:r>
            <a:rPr lang="en-US" sz="1650" b="1" i="0" dirty="0"/>
            <a:t>expressivity, interpretability, and operational feasibility</a:t>
          </a:r>
          <a:r>
            <a:rPr lang="en-US" sz="1650" b="0" i="0" dirty="0"/>
            <a:t>.</a:t>
          </a:r>
        </a:p>
      </dgm:t>
    </dgm:pt>
    <dgm:pt modelId="{C2983E99-2D9B-D447-9AA8-2FA807A1C193}" type="parTrans" cxnId="{A92C96E1-3B21-2D45-824E-F8BA2456E8AB}">
      <dgm:prSet/>
      <dgm:spPr/>
      <dgm:t>
        <a:bodyPr/>
        <a:lstStyle/>
        <a:p>
          <a:endParaRPr lang="en-US"/>
        </a:p>
      </dgm:t>
    </dgm:pt>
    <dgm:pt modelId="{2E6EB006-8DB9-DC42-B61F-A041DC3086F9}" type="sibTrans" cxnId="{A92C96E1-3B21-2D45-824E-F8BA2456E8AB}">
      <dgm:prSet/>
      <dgm:spPr/>
      <dgm:t>
        <a:bodyPr/>
        <a:lstStyle/>
        <a:p>
          <a:endParaRPr lang="en-US"/>
        </a:p>
      </dgm:t>
    </dgm:pt>
    <dgm:pt modelId="{CE2FE3BB-9DEE-E444-986F-79E31BD18D3E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50" b="0" i="0" dirty="0"/>
            <a:t>The final inference stage remains classical, which keeps the prediction path </a:t>
          </a:r>
          <a:r>
            <a:rPr lang="en-US" sz="1650" b="1" i="0" dirty="0"/>
            <a:t>computationally stable and operationally realistic</a:t>
          </a:r>
          <a:r>
            <a:rPr lang="en-US" sz="1650" b="0" i="0" dirty="0"/>
            <a:t>.</a:t>
          </a:r>
        </a:p>
      </dgm:t>
    </dgm:pt>
    <dgm:pt modelId="{C5CC87CB-02E7-1D49-A1A4-0B0840515763}" type="parTrans" cxnId="{8D8105D5-AB0D-2A45-AEE5-39F5009907EE}">
      <dgm:prSet/>
      <dgm:spPr/>
      <dgm:t>
        <a:bodyPr/>
        <a:lstStyle/>
        <a:p>
          <a:endParaRPr lang="en-US"/>
        </a:p>
      </dgm:t>
    </dgm:pt>
    <dgm:pt modelId="{47601E0E-0027-C24B-B03E-86C1A22F0395}" type="sibTrans" cxnId="{8D8105D5-AB0D-2A45-AEE5-39F5009907EE}">
      <dgm:prSet/>
      <dgm:spPr/>
      <dgm:t>
        <a:bodyPr/>
        <a:lstStyle/>
        <a:p>
          <a:endParaRPr lang="en-US"/>
        </a:p>
      </dgm:t>
    </dgm:pt>
    <dgm:pt modelId="{5E1CAED0-CC95-864C-92D2-0BC2D1F4404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50" b="0" i="0" dirty="0"/>
            <a:t>The variational quantum circuit is used for </a:t>
          </a:r>
          <a:r>
            <a:rPr lang="en-US" sz="1650" b="1" i="0" dirty="0"/>
            <a:t>feature selection</a:t>
          </a:r>
          <a:r>
            <a:rPr lang="en-US" sz="1650" b="0" i="0" dirty="0"/>
            <a:t>, where interaction structure matters most.</a:t>
          </a:r>
        </a:p>
      </dgm:t>
    </dgm:pt>
    <dgm:pt modelId="{E7AB5A3C-3A98-F149-BAF7-33E267C5BA02}" type="parTrans" cxnId="{8E9650B7-3005-2B4B-8CEB-6E6C7D32D25F}">
      <dgm:prSet/>
      <dgm:spPr/>
      <dgm:t>
        <a:bodyPr/>
        <a:lstStyle/>
        <a:p>
          <a:endParaRPr lang="en-US"/>
        </a:p>
      </dgm:t>
    </dgm:pt>
    <dgm:pt modelId="{32FA859F-85D9-5E41-A669-0E4A8246FED8}" type="sibTrans" cxnId="{8E9650B7-3005-2B4B-8CEB-6E6C7D32D25F}">
      <dgm:prSet/>
      <dgm:spPr/>
      <dgm:t>
        <a:bodyPr/>
        <a:lstStyle/>
        <a:p>
          <a:endParaRPr lang="en-US"/>
        </a:p>
      </dgm:t>
    </dgm:pt>
    <dgm:pt modelId="{33EEA1DE-1345-BA41-BF6F-D276AB6C8C61}">
      <dgm:prSet custT="1"/>
      <dgm:spPr/>
      <dgm:t>
        <a:bodyPr/>
        <a:lstStyle/>
        <a:p>
          <a:pPr>
            <a:buNone/>
          </a:pPr>
          <a:r>
            <a:rPr lang="en-US" sz="1650" b="0" i="0" dirty="0"/>
            <a:t>The hybrid value is not replacing </a:t>
          </a:r>
          <a:r>
            <a:rPr lang="en-US" sz="1650" b="1" i="0" dirty="0"/>
            <a:t>classical learning</a:t>
          </a:r>
          <a:r>
            <a:rPr lang="en-US" sz="1650" b="0" i="0" dirty="0"/>
            <a:t>, but improving the feature-selection stage that feeds it.</a:t>
          </a:r>
          <a:endParaRPr lang="en-US" sz="1650" b="0" dirty="0"/>
        </a:p>
      </dgm:t>
    </dgm:pt>
    <dgm:pt modelId="{D2445D7B-9481-FD4E-A2A1-B4ADBE68F196}" type="parTrans" cxnId="{175FB971-7693-FD42-9440-07C48B864C79}">
      <dgm:prSet/>
      <dgm:spPr/>
      <dgm:t>
        <a:bodyPr/>
        <a:lstStyle/>
        <a:p>
          <a:endParaRPr lang="en-US"/>
        </a:p>
      </dgm:t>
    </dgm:pt>
    <dgm:pt modelId="{87B1AFF8-72A6-6147-95BE-E2A64B17B59D}" type="sibTrans" cxnId="{175FB971-7693-FD42-9440-07C48B864C79}">
      <dgm:prSet/>
      <dgm:spPr/>
      <dgm:t>
        <a:bodyPr/>
        <a:lstStyle/>
        <a:p>
          <a:endParaRPr lang="en-US"/>
        </a:p>
      </dgm:t>
    </dgm:pt>
    <dgm:pt modelId="{A0AD45B9-FAF4-8641-B550-DFBE51B8478D}" type="pres">
      <dgm:prSet presAssocID="{48A2FB17-E6AA-854A-ABD0-CE1C31FD00C3}" presName="compositeShape" presStyleCnt="0">
        <dgm:presLayoutVars>
          <dgm:dir/>
          <dgm:resizeHandles/>
        </dgm:presLayoutVars>
      </dgm:prSet>
      <dgm:spPr/>
    </dgm:pt>
    <dgm:pt modelId="{3B4E9ED5-2E30-B944-BF56-7ED8C5B16E44}" type="pres">
      <dgm:prSet presAssocID="{48A2FB17-E6AA-854A-ABD0-CE1C31FD00C3}" presName="pyramid" presStyleLbl="node1" presStyleIdx="0" presStyleCnt="1"/>
      <dgm:spPr/>
    </dgm:pt>
    <dgm:pt modelId="{2E8CD205-4774-8649-AC98-58C5A8D4F529}" type="pres">
      <dgm:prSet presAssocID="{48A2FB17-E6AA-854A-ABD0-CE1C31FD00C3}" presName="theList" presStyleCnt="0"/>
      <dgm:spPr/>
    </dgm:pt>
    <dgm:pt modelId="{92D4996E-925A-F547-BAB1-0A2E13879547}" type="pres">
      <dgm:prSet presAssocID="{9A3CCE5F-EC68-844D-977E-DB31D3419DCA}" presName="aNode" presStyleLbl="fgAcc1" presStyleIdx="0" presStyleCnt="4">
        <dgm:presLayoutVars>
          <dgm:bulletEnabled val="1"/>
        </dgm:presLayoutVars>
      </dgm:prSet>
      <dgm:spPr/>
    </dgm:pt>
    <dgm:pt modelId="{7605D1AD-96A6-0A45-A5CE-CC8C78DD8C43}" type="pres">
      <dgm:prSet presAssocID="{9A3CCE5F-EC68-844D-977E-DB31D3419DCA}" presName="aSpace" presStyleCnt="0"/>
      <dgm:spPr/>
    </dgm:pt>
    <dgm:pt modelId="{C5D9D93A-3166-EC4F-97E3-CCC2019FDE9A}" type="pres">
      <dgm:prSet presAssocID="{33EEA1DE-1345-BA41-BF6F-D276AB6C8C61}" presName="aNode" presStyleLbl="fgAcc1" presStyleIdx="1" presStyleCnt="4">
        <dgm:presLayoutVars>
          <dgm:bulletEnabled val="1"/>
        </dgm:presLayoutVars>
      </dgm:prSet>
      <dgm:spPr/>
    </dgm:pt>
    <dgm:pt modelId="{178AC43C-171A-E447-95F3-0111AE7B71BA}" type="pres">
      <dgm:prSet presAssocID="{33EEA1DE-1345-BA41-BF6F-D276AB6C8C61}" presName="aSpace" presStyleCnt="0"/>
      <dgm:spPr/>
    </dgm:pt>
    <dgm:pt modelId="{0093ACB9-47BC-8E49-9D72-71EE91BED40F}" type="pres">
      <dgm:prSet presAssocID="{5E1CAED0-CC95-864C-92D2-0BC2D1F44045}" presName="aNode" presStyleLbl="fgAcc1" presStyleIdx="2" presStyleCnt="4">
        <dgm:presLayoutVars>
          <dgm:bulletEnabled val="1"/>
        </dgm:presLayoutVars>
      </dgm:prSet>
      <dgm:spPr/>
    </dgm:pt>
    <dgm:pt modelId="{2848FE76-0DCC-314F-974C-FFAE7ACAC317}" type="pres">
      <dgm:prSet presAssocID="{5E1CAED0-CC95-864C-92D2-0BC2D1F44045}" presName="aSpace" presStyleCnt="0"/>
      <dgm:spPr/>
    </dgm:pt>
    <dgm:pt modelId="{1778F124-319D-5F49-B441-7280FA1EA6A6}" type="pres">
      <dgm:prSet presAssocID="{CE2FE3BB-9DEE-E444-986F-79E31BD18D3E}" presName="aNode" presStyleLbl="fgAcc1" presStyleIdx="3" presStyleCnt="4">
        <dgm:presLayoutVars>
          <dgm:bulletEnabled val="1"/>
        </dgm:presLayoutVars>
      </dgm:prSet>
      <dgm:spPr/>
    </dgm:pt>
    <dgm:pt modelId="{3718C195-6207-6F4D-BF9C-24E1112ECBB1}" type="pres">
      <dgm:prSet presAssocID="{CE2FE3BB-9DEE-E444-986F-79E31BD18D3E}" presName="aSpace" presStyleCnt="0"/>
      <dgm:spPr/>
    </dgm:pt>
  </dgm:ptLst>
  <dgm:cxnLst>
    <dgm:cxn modelId="{7DA4C055-0CB7-8E45-B4AA-A7C242B61021}" type="presOf" srcId="{33EEA1DE-1345-BA41-BF6F-D276AB6C8C61}" destId="{C5D9D93A-3166-EC4F-97E3-CCC2019FDE9A}" srcOrd="0" destOrd="0" presId="urn:microsoft.com/office/officeart/2005/8/layout/pyramid2"/>
    <dgm:cxn modelId="{175FB971-7693-FD42-9440-07C48B864C79}" srcId="{48A2FB17-E6AA-854A-ABD0-CE1C31FD00C3}" destId="{33EEA1DE-1345-BA41-BF6F-D276AB6C8C61}" srcOrd="1" destOrd="0" parTransId="{D2445D7B-9481-FD4E-A2A1-B4ADBE68F196}" sibTransId="{87B1AFF8-72A6-6147-95BE-E2A64B17B59D}"/>
    <dgm:cxn modelId="{16631E89-18F7-5740-8C83-8AD454D7A83D}" type="presOf" srcId="{5E1CAED0-CC95-864C-92D2-0BC2D1F44045}" destId="{0093ACB9-47BC-8E49-9D72-71EE91BED40F}" srcOrd="0" destOrd="0" presId="urn:microsoft.com/office/officeart/2005/8/layout/pyramid2"/>
    <dgm:cxn modelId="{65340E9C-005F-BC48-8C25-8C9D50E84764}" type="presOf" srcId="{9A3CCE5F-EC68-844D-977E-DB31D3419DCA}" destId="{92D4996E-925A-F547-BAB1-0A2E13879547}" srcOrd="0" destOrd="0" presId="urn:microsoft.com/office/officeart/2005/8/layout/pyramid2"/>
    <dgm:cxn modelId="{45A4CCA4-859C-C94E-AEB9-94CBC13EF145}" type="presOf" srcId="{CE2FE3BB-9DEE-E444-986F-79E31BD18D3E}" destId="{1778F124-319D-5F49-B441-7280FA1EA6A6}" srcOrd="0" destOrd="0" presId="urn:microsoft.com/office/officeart/2005/8/layout/pyramid2"/>
    <dgm:cxn modelId="{4821C0A8-8E87-8E48-B9F4-39AF1940E2A7}" type="presOf" srcId="{48A2FB17-E6AA-854A-ABD0-CE1C31FD00C3}" destId="{A0AD45B9-FAF4-8641-B550-DFBE51B8478D}" srcOrd="0" destOrd="0" presId="urn:microsoft.com/office/officeart/2005/8/layout/pyramid2"/>
    <dgm:cxn modelId="{8E9650B7-3005-2B4B-8CEB-6E6C7D32D25F}" srcId="{48A2FB17-E6AA-854A-ABD0-CE1C31FD00C3}" destId="{5E1CAED0-CC95-864C-92D2-0BC2D1F44045}" srcOrd="2" destOrd="0" parTransId="{E7AB5A3C-3A98-F149-BAF7-33E267C5BA02}" sibTransId="{32FA859F-85D9-5E41-A669-0E4A8246FED8}"/>
    <dgm:cxn modelId="{8D8105D5-AB0D-2A45-AEE5-39F5009907EE}" srcId="{48A2FB17-E6AA-854A-ABD0-CE1C31FD00C3}" destId="{CE2FE3BB-9DEE-E444-986F-79E31BD18D3E}" srcOrd="3" destOrd="0" parTransId="{C5CC87CB-02E7-1D49-A1A4-0B0840515763}" sibTransId="{47601E0E-0027-C24B-B03E-86C1A22F0395}"/>
    <dgm:cxn modelId="{A92C96E1-3B21-2D45-824E-F8BA2456E8AB}" srcId="{48A2FB17-E6AA-854A-ABD0-CE1C31FD00C3}" destId="{9A3CCE5F-EC68-844D-977E-DB31D3419DCA}" srcOrd="0" destOrd="0" parTransId="{C2983E99-2D9B-D447-9AA8-2FA807A1C193}" sibTransId="{2E6EB006-8DB9-DC42-B61F-A041DC3086F9}"/>
    <dgm:cxn modelId="{6F1EFF1A-B8DB-4148-AC63-56D88BF45E78}" type="presParOf" srcId="{A0AD45B9-FAF4-8641-B550-DFBE51B8478D}" destId="{3B4E9ED5-2E30-B944-BF56-7ED8C5B16E44}" srcOrd="0" destOrd="0" presId="urn:microsoft.com/office/officeart/2005/8/layout/pyramid2"/>
    <dgm:cxn modelId="{3D822682-92EE-B44B-BA5D-2AA4D715EB55}" type="presParOf" srcId="{A0AD45B9-FAF4-8641-B550-DFBE51B8478D}" destId="{2E8CD205-4774-8649-AC98-58C5A8D4F529}" srcOrd="1" destOrd="0" presId="urn:microsoft.com/office/officeart/2005/8/layout/pyramid2"/>
    <dgm:cxn modelId="{8947FF2E-3A52-3048-BF29-345478402618}" type="presParOf" srcId="{2E8CD205-4774-8649-AC98-58C5A8D4F529}" destId="{92D4996E-925A-F547-BAB1-0A2E13879547}" srcOrd="0" destOrd="0" presId="urn:microsoft.com/office/officeart/2005/8/layout/pyramid2"/>
    <dgm:cxn modelId="{6CDD7E37-5739-7E42-8B63-1FB3284752DB}" type="presParOf" srcId="{2E8CD205-4774-8649-AC98-58C5A8D4F529}" destId="{7605D1AD-96A6-0A45-A5CE-CC8C78DD8C43}" srcOrd="1" destOrd="0" presId="urn:microsoft.com/office/officeart/2005/8/layout/pyramid2"/>
    <dgm:cxn modelId="{FE59FD0C-822A-C04B-9801-502F08A9045C}" type="presParOf" srcId="{2E8CD205-4774-8649-AC98-58C5A8D4F529}" destId="{C5D9D93A-3166-EC4F-97E3-CCC2019FDE9A}" srcOrd="2" destOrd="0" presId="urn:microsoft.com/office/officeart/2005/8/layout/pyramid2"/>
    <dgm:cxn modelId="{94CDC814-34CC-8E45-AA9C-155DE525AD0F}" type="presParOf" srcId="{2E8CD205-4774-8649-AC98-58C5A8D4F529}" destId="{178AC43C-171A-E447-95F3-0111AE7B71BA}" srcOrd="3" destOrd="0" presId="urn:microsoft.com/office/officeart/2005/8/layout/pyramid2"/>
    <dgm:cxn modelId="{BF8D73A1-6EFE-4348-BA0C-BB27F0E88980}" type="presParOf" srcId="{2E8CD205-4774-8649-AC98-58C5A8D4F529}" destId="{0093ACB9-47BC-8E49-9D72-71EE91BED40F}" srcOrd="4" destOrd="0" presId="urn:microsoft.com/office/officeart/2005/8/layout/pyramid2"/>
    <dgm:cxn modelId="{5F44C17E-5659-6D4F-B7EF-AD584A121532}" type="presParOf" srcId="{2E8CD205-4774-8649-AC98-58C5A8D4F529}" destId="{2848FE76-0DCC-314F-974C-FFAE7ACAC317}" srcOrd="5" destOrd="0" presId="urn:microsoft.com/office/officeart/2005/8/layout/pyramid2"/>
    <dgm:cxn modelId="{D9E19333-B555-6340-A489-4FF0BC4C4582}" type="presParOf" srcId="{2E8CD205-4774-8649-AC98-58C5A8D4F529}" destId="{1778F124-319D-5F49-B441-7280FA1EA6A6}" srcOrd="6" destOrd="0" presId="urn:microsoft.com/office/officeart/2005/8/layout/pyramid2"/>
    <dgm:cxn modelId="{886D0E65-8772-154F-897F-A9525DCEB101}" type="presParOf" srcId="{2E8CD205-4774-8649-AC98-58C5A8D4F529}" destId="{3718C195-6207-6F4D-BF9C-24E1112ECBB1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4E9ED5-2E30-B944-BF56-7ED8C5B16E44}">
      <dsp:nvSpPr>
        <dsp:cNvPr id="0" name=""/>
        <dsp:cNvSpPr/>
      </dsp:nvSpPr>
      <dsp:spPr>
        <a:xfrm>
          <a:off x="982979" y="0"/>
          <a:ext cx="5181600" cy="5181600"/>
        </a:xfrm>
        <a:prstGeom prst="triangl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20000"/>
                <a:satMod val="180000"/>
                <a:lumMod val="98000"/>
              </a:schemeClr>
            </a:gs>
            <a:gs pos="40000">
              <a:schemeClr val="lt1">
                <a:hueOff val="0"/>
                <a:satOff val="0"/>
                <a:lumOff val="0"/>
                <a:alphaOff val="0"/>
                <a:tint val="30000"/>
                <a:satMod val="260000"/>
                <a:lumMod val="8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atMod val="110000"/>
              </a:schemeClr>
            </a:gs>
          </a:gsLst>
          <a:lin ang="504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2D4996E-925A-F547-BAB1-0A2E13879547}">
      <dsp:nvSpPr>
        <dsp:cNvPr id="0" name=""/>
        <dsp:cNvSpPr/>
      </dsp:nvSpPr>
      <dsp:spPr>
        <a:xfrm>
          <a:off x="3573779" y="518666"/>
          <a:ext cx="3368040" cy="920948"/>
        </a:xfrm>
        <a:prstGeom prst="round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33425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50" b="0" i="0" kern="1200" dirty="0"/>
            <a:t>The architecture balances </a:t>
          </a:r>
          <a:r>
            <a:rPr lang="en-US" sz="1650" b="1" i="0" kern="1200" dirty="0"/>
            <a:t>expressivity, interpretability, and operational feasibility</a:t>
          </a:r>
          <a:r>
            <a:rPr lang="en-US" sz="1650" b="0" i="0" kern="1200" dirty="0"/>
            <a:t>.</a:t>
          </a:r>
        </a:p>
      </dsp:txBody>
      <dsp:txXfrm>
        <a:off x="3618736" y="563623"/>
        <a:ext cx="3278126" cy="831034"/>
      </dsp:txXfrm>
    </dsp:sp>
    <dsp:sp modelId="{C5D9D93A-3166-EC4F-97E3-CCC2019FDE9A}">
      <dsp:nvSpPr>
        <dsp:cNvPr id="0" name=""/>
        <dsp:cNvSpPr/>
      </dsp:nvSpPr>
      <dsp:spPr>
        <a:xfrm>
          <a:off x="3573779" y="1554733"/>
          <a:ext cx="3368040" cy="920948"/>
        </a:xfrm>
        <a:prstGeom prst="round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334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50" b="0" i="0" kern="1200" dirty="0"/>
            <a:t>The hybrid value is not replacing </a:t>
          </a:r>
          <a:r>
            <a:rPr lang="en-US" sz="1650" b="1" i="0" kern="1200" dirty="0"/>
            <a:t>classical learning</a:t>
          </a:r>
          <a:r>
            <a:rPr lang="en-US" sz="1650" b="0" i="0" kern="1200" dirty="0"/>
            <a:t>, but improving the feature-selection stage that feeds it.</a:t>
          </a:r>
          <a:endParaRPr lang="en-US" sz="1650" b="0" kern="1200" dirty="0"/>
        </a:p>
      </dsp:txBody>
      <dsp:txXfrm>
        <a:off x="3618736" y="1599690"/>
        <a:ext cx="3278126" cy="831034"/>
      </dsp:txXfrm>
    </dsp:sp>
    <dsp:sp modelId="{0093ACB9-47BC-8E49-9D72-71EE91BED40F}">
      <dsp:nvSpPr>
        <dsp:cNvPr id="0" name=""/>
        <dsp:cNvSpPr/>
      </dsp:nvSpPr>
      <dsp:spPr>
        <a:xfrm>
          <a:off x="3573779" y="2590800"/>
          <a:ext cx="3368040" cy="920948"/>
        </a:xfrm>
        <a:prstGeom prst="round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33425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50" b="0" i="0" kern="1200" dirty="0"/>
            <a:t>The variational quantum circuit is used for </a:t>
          </a:r>
          <a:r>
            <a:rPr lang="en-US" sz="1650" b="1" i="0" kern="1200" dirty="0"/>
            <a:t>feature selection</a:t>
          </a:r>
          <a:r>
            <a:rPr lang="en-US" sz="1650" b="0" i="0" kern="1200" dirty="0"/>
            <a:t>, where interaction structure matters most.</a:t>
          </a:r>
        </a:p>
      </dsp:txBody>
      <dsp:txXfrm>
        <a:off x="3618736" y="2635757"/>
        <a:ext cx="3278126" cy="831034"/>
      </dsp:txXfrm>
    </dsp:sp>
    <dsp:sp modelId="{1778F124-319D-5F49-B441-7280FA1EA6A6}">
      <dsp:nvSpPr>
        <dsp:cNvPr id="0" name=""/>
        <dsp:cNvSpPr/>
      </dsp:nvSpPr>
      <dsp:spPr>
        <a:xfrm>
          <a:off x="3573779" y="3626866"/>
          <a:ext cx="3368040" cy="920948"/>
        </a:xfrm>
        <a:prstGeom prst="round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33425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50" b="0" i="0" kern="1200" dirty="0"/>
            <a:t>The final inference stage remains classical, which keeps the prediction path </a:t>
          </a:r>
          <a:r>
            <a:rPr lang="en-US" sz="1650" b="1" i="0" kern="1200" dirty="0"/>
            <a:t>computationally stable and operationally realistic</a:t>
          </a:r>
          <a:r>
            <a:rPr lang="en-US" sz="1650" b="0" i="0" kern="1200" dirty="0"/>
            <a:t>.</a:t>
          </a:r>
        </a:p>
      </dsp:txBody>
      <dsp:txXfrm>
        <a:off x="3618736" y="3671823"/>
        <a:ext cx="3278126" cy="831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4/24/26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4/24/26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275F4-F655-FC42-87DE-9F21EBA68808}" type="datetime1">
              <a:rPr lang="en-US" smtClean="0"/>
              <a:t>4/24/26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7605E-684A-604B-967A-E0624DCFB44C}" type="datetime1">
              <a:rPr lang="en-US" smtClean="0"/>
              <a:t>4/24/26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B2C09-0253-6542-B5A1-D910DB5C81F2}" type="datetime1">
              <a:rPr lang="en-US" smtClean="0"/>
              <a:t>4/24/26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B7B40-DAC8-0C4C-93EE-63206EA7D1D8}" type="datetime1">
              <a:rPr lang="en-US" smtClean="0"/>
              <a:t>4/24/26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02F9-B748-6E4A-9861-99491B8516BD}" type="datetime1">
              <a:rPr lang="en-US" smtClean="0"/>
              <a:t>4/24/26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212A5-9121-D542-910A-09F89C4FA360}" type="datetime1">
              <a:rPr lang="en-US" smtClean="0"/>
              <a:t>4/24/26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BCB1-E97D-CC44-8E5E-042A56804C81}" type="datetime1">
              <a:rPr lang="en-US" smtClean="0"/>
              <a:t>4/24/26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3CB2A-4CBB-6D44-803C-2837CB9466A3}" type="datetime1">
              <a:rPr lang="en-US" smtClean="0"/>
              <a:t>4/24/26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902C6-2280-B747-922A-888D0324C1BF}" type="datetime1">
              <a:rPr lang="en-US" smtClean="0"/>
              <a:t>4/24/26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8B24-0970-4F41-AC22-60BF5B65F9DA}" type="datetime1">
              <a:rPr lang="en-US" smtClean="0"/>
              <a:t>4/24/26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2766-4A9E-F34D-A523-17A675ED0AE3}" type="datetime1">
              <a:rPr lang="en-US" smtClean="0"/>
              <a:t>4/24/26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F9DA9-6870-CE47-81C4-03F507FC158C}" type="datetime1">
              <a:rPr lang="en-US" smtClean="0"/>
              <a:t>4/24/26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SPIE 2026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harshitha-manjunatha/" TargetMode="External"/><Relationship Id="rId2" Type="http://schemas.openxmlformats.org/officeDocument/2006/relationships/hyperlink" Target="https://github.com/harshitha-8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9F4E51E-8BB5-14ED-3878-4ECCA2C7110C}"/>
              </a:ext>
            </a:extLst>
          </p:cNvPr>
          <p:cNvSpPr>
            <a:spLocks noGrp="1"/>
          </p:cNvSpPr>
          <p:nvPr/>
        </p:nvSpPr>
        <p:spPr>
          <a:xfrm>
            <a:off x="921651" y="2046510"/>
            <a:ext cx="10946662" cy="175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600" b="1">
                <a:solidFill>
                  <a:srgbClr val="111111"/>
                </a:solidFill>
              </a:defRPr>
            </a:pPr>
            <a:r>
              <a:rPr sz="4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AgriQFS: Quantum-Classical Hybrid Feature Selection for Temporal UAV Imagery</a:t>
            </a:r>
          </a:p>
        </p:txBody>
      </p:sp>
      <p:pic>
        <p:nvPicPr>
          <p:cNvPr id="24" name="Picture 2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342DAE7-D2E7-B00E-D84A-B46D999D991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136" y="173084"/>
            <a:ext cx="2833177" cy="51659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A7AC824-B603-67E6-9B85-FC3D107F7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65412" y="76200"/>
            <a:ext cx="1519186" cy="61061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9399607-8A32-C429-E274-C7CB447F5465}"/>
              </a:ext>
            </a:extLst>
          </p:cNvPr>
          <p:cNvSpPr txBox="1"/>
          <p:nvPr/>
        </p:nvSpPr>
        <p:spPr>
          <a:xfrm>
            <a:off x="4865063" y="5683588"/>
            <a:ext cx="28548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Presented By</a:t>
            </a:r>
          </a:p>
          <a:p>
            <a:pPr algn="ctr"/>
            <a:r>
              <a:rPr lang="en-US" sz="16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Harshitha Manjunatha</a:t>
            </a:r>
            <a:br>
              <a:rPr lang="en-US" sz="16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</a:br>
            <a:r>
              <a:rPr lang="en-US" sz="16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PhD Candidate 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507C514-5F52-499F-640D-AA72800643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97304" y="327249"/>
            <a:ext cx="4594215" cy="183768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D631799-9DD6-4F69-72AD-427E594DD360}"/>
              </a:ext>
            </a:extLst>
          </p:cNvPr>
          <p:cNvSpPr txBox="1"/>
          <p:nvPr/>
        </p:nvSpPr>
        <p:spPr>
          <a:xfrm>
            <a:off x="927950" y="4077794"/>
            <a:ext cx="108378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Harshitha Manjunatha¹, Prabha Sundaravadivel²*, Henry A. Torbert³, and Lakshman S. Tamil¹</a:t>
            </a:r>
            <a:br>
              <a:rPr lang="en-US" sz="1600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¹ The University of Texas at Dallas, Richardson, TX, USA, ² The University of Texas at Tyler, Tyler, TX, USA</a:t>
            </a:r>
            <a:br>
              <a:rPr lang="en-US" sz="1600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³ National Soil Dynamics Laboratory, USDA Agricultural Research Service (ARS), Auburn, AL, USA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E60353-565F-EC30-6F7C-5B77C809B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8031" y="126077"/>
            <a:ext cx="2004679" cy="4855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C37F42-05BF-99BD-590B-85DA448CB41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E875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239" y="3447089"/>
            <a:ext cx="3920346" cy="305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85AB7E-A1FA-6A7B-F983-E17386E76A5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/>
        </p:blipFill>
        <p:spPr>
          <a:xfrm>
            <a:off x="2022419" y="757630"/>
            <a:ext cx="1101606" cy="51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70CAC-FE5E-003A-FDD3-02F315891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A8F26-9124-9692-722C-E61171842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2" y="-126235"/>
            <a:ext cx="11277600" cy="792163"/>
          </a:xfrm>
        </p:spPr>
        <p:txBody>
          <a:bodyPr>
            <a:normAutofit/>
          </a:bodyPr>
          <a:lstStyle/>
          <a:p>
            <a:pPr>
              <a:defRPr sz="3150" b="1">
                <a:solidFill>
                  <a:srgbClr val="111111"/>
                </a:solidFill>
              </a:defRPr>
            </a:pPr>
            <a:r>
              <a:rPr lang="en-US" sz="2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Motivation</a:t>
            </a:r>
            <a:endParaRPr lang="en-US" sz="2400" b="1" dirty="0">
              <a:solidFill>
                <a:schemeClr val="tx2">
                  <a:lumMod val="20000"/>
                  <a:lumOff val="8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4C10A-C9EF-766D-E0EA-EC7545B4B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12" y="1524000"/>
            <a:ext cx="7923451" cy="3810000"/>
          </a:xfrm>
        </p:spPr>
        <p:txBody>
          <a:bodyPr>
            <a:normAutofit/>
          </a:bodyPr>
          <a:lstStyle/>
          <a:p>
            <a:r>
              <a:rPr lang="en-US" sz="1650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We use UAV orthomosaic RGB imagery to monitor cotton before and after defoliation.</a:t>
            </a:r>
          </a:p>
          <a:p>
            <a:r>
              <a:rPr lang="en-US" sz="1650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The goal is to distinguish pre-defoliation canopy from post-defoliation exposed structures.</a:t>
            </a:r>
          </a:p>
          <a:p>
            <a:r>
              <a:rPr lang="en-US" sz="1650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This matters because defoliation timing affects harvest readiness, input decisions, and crop quality.</a:t>
            </a:r>
          </a:p>
          <a:p>
            <a:r>
              <a:rPr lang="en-US" sz="1650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The challenge is that field imagery changes with texture, canopy density, soil visibility, illumination, and scene complexity.</a:t>
            </a:r>
          </a:p>
          <a:p>
            <a:r>
              <a:rPr lang="en-US" sz="1650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So, the core problem is not only classification but finding robust features under real agricultural variability.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D0CA91-F118-1DFB-8CA4-F0EC86C4C81B}"/>
              </a:ext>
            </a:extLst>
          </p:cNvPr>
          <p:cNvSpPr txBox="1">
            <a:spLocks/>
          </p:cNvSpPr>
          <p:nvPr/>
        </p:nvSpPr>
        <p:spPr>
          <a:xfrm>
            <a:off x="760412" y="615142"/>
            <a:ext cx="11277600" cy="7921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 fontScale="47500" lnSpcReduction="20000"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Accurate cotton defoliation monitoring is difficult because UAV imagery captures real field variability, not clean laboratory conditions.</a:t>
            </a:r>
          </a:p>
          <a:p>
            <a:br>
              <a:rPr lang="en-US" sz="2400" dirty="0"/>
            </a:b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188E8-02E1-8E3F-82CA-D147322F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5EBAF-7C73-E049-891A-3DB7C7A489B1}" type="datetime1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D69ED-E081-0994-F466-2F168E78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19E99-26A3-11E5-61D9-E1DAA209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6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8272C-54A1-EFE0-A7D7-0C5D72F59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56EC7-E139-39E7-985B-7D727D74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383" y="-159378"/>
            <a:ext cx="11277600" cy="792163"/>
          </a:xfrm>
        </p:spPr>
        <p:txBody>
          <a:bodyPr>
            <a:normAutofit/>
          </a:bodyPr>
          <a:lstStyle/>
          <a:p>
            <a:pPr>
              <a:defRPr sz="3150" b="1">
                <a:solidFill>
                  <a:srgbClr val="111111"/>
                </a:solidFill>
              </a:defRPr>
            </a:pPr>
            <a:r>
              <a:rPr lang="en-US" sz="2400" b="1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Research Contribution</a:t>
            </a:r>
            <a:endParaRPr lang="en-US" sz="24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E5642-D004-732B-4C42-4E0414CE3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12" y="1524000"/>
            <a:ext cx="10515600" cy="3810000"/>
          </a:xfrm>
        </p:spPr>
        <p:txBody>
          <a:bodyPr>
            <a:normAutofit/>
          </a:bodyPr>
          <a:lstStyle/>
          <a:p>
            <a:r>
              <a:rPr lang="en-US" sz="1650" dirty="0"/>
              <a:t>This study is grounded in interpretable feature descriptors extracted from cotton UAV imagery, capturing spectral, textural with defoliation.</a:t>
            </a:r>
          </a:p>
          <a:p>
            <a:r>
              <a:rPr lang="en-US" sz="1650" dirty="0"/>
              <a:t>It introduces a </a:t>
            </a:r>
            <a:r>
              <a:rPr lang="en-US" sz="1650" b="1" dirty="0"/>
              <a:t>variational quantum circuit (VQC)</a:t>
            </a:r>
            <a:r>
              <a:rPr lang="en-US" sz="1650" dirty="0"/>
              <a:t> to search for compact feature subsets that preserve discriminative information.</a:t>
            </a:r>
          </a:p>
          <a:p>
            <a:r>
              <a:rPr lang="en-US" sz="1650" dirty="0"/>
              <a:t>The method evaluates whether </a:t>
            </a:r>
            <a:r>
              <a:rPr lang="en-US" sz="1650" b="1" dirty="0"/>
              <a:t>interaction-aware quantum-inspired selection</a:t>
            </a:r>
            <a:r>
              <a:rPr lang="en-US" sz="1650" dirty="0"/>
              <a:t> can outperform standard classical feature-selection baselines.</a:t>
            </a:r>
          </a:p>
          <a:p>
            <a:r>
              <a:rPr lang="en-US" sz="1650" dirty="0"/>
              <a:t>The selected subset is then used by a </a:t>
            </a:r>
            <a:r>
              <a:rPr lang="en-US" sz="1650" b="1" dirty="0"/>
              <a:t>classical Support Vector Machine with a Radial Basis Function (RBF) kernel</a:t>
            </a:r>
            <a:r>
              <a:rPr lang="en-US" sz="1650" dirty="0"/>
              <a:t> for final prediction.</a:t>
            </a:r>
          </a:p>
          <a:p>
            <a:r>
              <a:rPr lang="en-US" sz="1650" dirty="0"/>
              <a:t>The main contribution is a </a:t>
            </a:r>
            <a:r>
              <a:rPr lang="en-US" sz="1650" b="1" dirty="0"/>
              <a:t>hybrid quantum-classical pipeline</a:t>
            </a:r>
            <a:r>
              <a:rPr lang="en-US" sz="1650" dirty="0"/>
              <a:t> that improves interpretability, keeps deployment practical, and studies quantum ideas in an agricultural remote-sensing setting.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A4F5A8-CF3B-8109-C94F-9A12E5F122D0}"/>
              </a:ext>
            </a:extLst>
          </p:cNvPr>
          <p:cNvSpPr txBox="1">
            <a:spLocks/>
          </p:cNvSpPr>
          <p:nvPr/>
        </p:nvSpPr>
        <p:spPr>
          <a:xfrm>
            <a:off x="817013" y="530946"/>
            <a:ext cx="11277600" cy="7921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 fontScale="25000" lnSpcReduction="20000"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dirty="0">
                <a:solidFill>
                  <a:schemeClr val="tx1">
                    <a:lumMod val="75000"/>
                  </a:schemeClr>
                </a:solidFill>
              </a:rPr>
              <a:t>This work proposes a hybrid feature-selection framework that combines interpretable agricultural descriptors with quantum-emulated search.</a:t>
            </a:r>
          </a:p>
          <a:p>
            <a:br>
              <a:rPr lang="en-US" sz="4000" dirty="0"/>
            </a:br>
            <a:br>
              <a:rPr lang="en-US" sz="2400" dirty="0"/>
            </a:b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08C71-9915-9B75-0B32-1D70672DE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D07A-83A2-184B-A623-0E5F82514531}" type="datetime1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A1F91-F145-1959-7846-C8E04EA96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E5B63-C710-49FB-D980-5A7B359C7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8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096E0-69A8-23EF-9C70-AD915A112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201" y="23648"/>
            <a:ext cx="11277600" cy="792163"/>
          </a:xfrm>
        </p:spPr>
        <p:txBody>
          <a:bodyPr>
            <a:normAutofit/>
          </a:bodyPr>
          <a:lstStyle/>
          <a:p>
            <a:pPr>
              <a:defRPr sz="3150" b="1">
                <a:solidFill>
                  <a:srgbClr val="111111"/>
                </a:solidFill>
              </a:defRPr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Why Quantum Computing?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738CE-B3E1-772C-5AF6-654CD6646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201" y="1905000"/>
            <a:ext cx="6094651" cy="3124200"/>
          </a:xfrm>
        </p:spPr>
        <p:txBody>
          <a:bodyPr>
            <a:normAutofit/>
          </a:bodyPr>
          <a:lstStyle/>
          <a:p>
            <a:r>
              <a:rPr lang="en-US" sz="1650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Before understanding more about quantum computers, we need to understand the concepts of quantum physics. </a:t>
            </a:r>
          </a:p>
          <a:p>
            <a:r>
              <a:rPr lang="en-US" sz="1650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Quantum physics puts everything into question. It defies every intuition which we have about our natural world.</a:t>
            </a:r>
            <a:endParaRPr lang="en-IN" sz="1650" dirty="0"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C874FE-3BAB-1E95-974B-D640DAA50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012" y="1143000"/>
            <a:ext cx="4413407" cy="359681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1CB20-ED27-EE76-F731-1A45239E8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0BD-02D3-2547-891D-687AC35AEBD6}" type="datetime1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FF3DC-9047-3B7C-F84C-9D072779E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39F38-0660-F561-B9AD-DAC4D8757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84253C-EA4E-BA4A-523D-130F75EFE474}"/>
              </a:ext>
            </a:extLst>
          </p:cNvPr>
          <p:cNvSpPr txBox="1"/>
          <p:nvPr/>
        </p:nvSpPr>
        <p:spPr>
          <a:xfrm>
            <a:off x="8088906" y="4913115"/>
            <a:ext cx="38089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Figure 1: view of quantum-enhanced search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27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8320A-BF46-7F60-EBF1-282DF0B80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0680F-746B-8909-463D-D8FD416E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5" y="-10510"/>
            <a:ext cx="11277600" cy="792163"/>
          </a:xfrm>
        </p:spPr>
        <p:txBody>
          <a:bodyPr>
            <a:normAutofit/>
          </a:bodyPr>
          <a:lstStyle/>
          <a:p>
            <a:pPr>
              <a:defRPr sz="3150" b="1">
                <a:solidFill>
                  <a:srgbClr val="111111"/>
                </a:solidFill>
              </a:defRPr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Superposition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D7F99-8F1D-8D29-0B3E-6F897A876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161" y="1866900"/>
            <a:ext cx="7466251" cy="3124200"/>
          </a:xfrm>
        </p:spPr>
        <p:txBody>
          <a:bodyPr>
            <a:normAutofit/>
          </a:bodyPr>
          <a:lstStyle/>
          <a:p>
            <a:pPr defTabSz="914400">
              <a:defRPr sz="1200" b="0">
                <a:solidFill>
                  <a:srgbClr val="000000"/>
                </a:solidFill>
              </a:defRPr>
            </a:pPr>
            <a:r>
              <a:rPr lang="en-US" sz="1650" dirty="0">
                <a:solidFill>
                  <a:schemeClr val="tx2">
                    <a:lumMod val="20000"/>
                    <a:lumOff val="80000"/>
                  </a:schemeClr>
                </a:solidFill>
                <a:cs typeface="Calibri"/>
              </a:rPr>
              <a:t>Classically, a state is this or that.</a:t>
            </a:r>
          </a:p>
          <a:p>
            <a:pPr defTabSz="914400">
              <a:defRPr sz="1200" b="0">
                <a:solidFill>
                  <a:srgbClr val="000000"/>
                </a:solidFill>
              </a:defRPr>
            </a:pPr>
            <a:r>
              <a:rPr lang="en-US" sz="1650" dirty="0">
                <a:solidFill>
                  <a:schemeClr val="tx2">
                    <a:lumMod val="20000"/>
                    <a:lumOff val="80000"/>
                  </a:schemeClr>
                </a:solidFill>
                <a:cs typeface="Calibri"/>
              </a:rPr>
              <a:t>In quantum mechanics, a state can be this and that until it is measured.</a:t>
            </a:r>
          </a:p>
          <a:p>
            <a:pPr defTabSz="914400">
              <a:defRPr sz="1200" b="0">
                <a:solidFill>
                  <a:srgbClr val="000000"/>
                </a:solidFill>
              </a:defRPr>
            </a:pPr>
            <a:r>
              <a:rPr lang="en-US" sz="1650" dirty="0">
                <a:solidFill>
                  <a:schemeClr val="tx2">
                    <a:lumMod val="20000"/>
                    <a:lumOff val="80000"/>
                  </a:schemeClr>
                </a:solidFill>
                <a:cs typeface="Calibri"/>
              </a:rPr>
              <a:t>That makes superposition a powerful idea for exploring many candidate solutions at the same time.</a:t>
            </a:r>
          </a:p>
          <a:p>
            <a:pPr defTabSz="914400">
              <a:defRPr sz="1200" b="0">
                <a:solidFill>
                  <a:srgbClr val="000000"/>
                </a:solidFill>
              </a:defRPr>
            </a:pPr>
            <a:endParaRPr lang="en-US" sz="1800" dirty="0">
              <a:solidFill>
                <a:schemeClr val="tx2">
                  <a:lumMod val="20000"/>
                  <a:lumOff val="80000"/>
                </a:schemeClr>
              </a:solidFill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8CA465B-F477-F008-FCDC-38E44ED9D3FA}"/>
              </a:ext>
            </a:extLst>
          </p:cNvPr>
          <p:cNvSpPr txBox="1">
            <a:spLocks/>
          </p:cNvSpPr>
          <p:nvPr/>
        </p:nvSpPr>
        <p:spPr>
          <a:xfrm>
            <a:off x="911225" y="348164"/>
            <a:ext cx="11277600" cy="7921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1350" b="0">
                <a:solidFill>
                  <a:srgbClr val="6B7280"/>
                </a:solidFill>
              </a:defRPr>
            </a:pP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A quantum system can hold multiple possible states in play until measurement forces a single outcome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F02636-7F48-1580-2620-09F967DA4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394" y="3276600"/>
            <a:ext cx="7772400" cy="219282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273A1-3FB9-AC01-0185-F893742C1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0762C-D140-9141-AEB0-E540328D3A49}" type="datetime1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4371E-2CA2-4D38-875F-D1BF5E339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E4711-F7F7-5A78-5549-BB1A11B09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A753F4-29CB-EFA9-4EF9-04F0DBE809D5}"/>
              </a:ext>
            </a:extLst>
          </p:cNvPr>
          <p:cNvSpPr txBox="1"/>
          <p:nvPr/>
        </p:nvSpPr>
        <p:spPr>
          <a:xfrm>
            <a:off x="6754671" y="5563784"/>
            <a:ext cx="38089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Figure 2: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Single-qubit state on the Bloch sphere</a:t>
            </a:r>
          </a:p>
        </p:txBody>
      </p:sp>
    </p:spTree>
    <p:extLst>
      <p:ext uri="{BB962C8B-B14F-4D97-AF65-F5344CB8AC3E}">
        <p14:creationId xmlns:p14="http://schemas.microsoft.com/office/powerpoint/2010/main" val="1663595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446A6-AF7B-D58F-A500-D69281068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FDA2D-CA64-EE7D-03E8-27B638EF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5" y="-10510"/>
            <a:ext cx="11277600" cy="792163"/>
          </a:xfrm>
        </p:spPr>
        <p:txBody>
          <a:bodyPr>
            <a:normAutofit/>
          </a:bodyPr>
          <a:lstStyle/>
          <a:p>
            <a:pPr>
              <a:defRPr sz="3150" b="1">
                <a:solidFill>
                  <a:srgbClr val="111111"/>
                </a:solidFill>
              </a:defRPr>
            </a:pPr>
            <a:r>
              <a:rPr lang="en-US" sz="24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Entanglement</a:t>
            </a:r>
            <a:endParaRPr lang="en-US" sz="2400" b="1" dirty="0">
              <a:solidFill>
                <a:schemeClr val="tx2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60D9F-54CF-E00A-2F61-9720F98CB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161" y="1866900"/>
            <a:ext cx="7466251" cy="3124200"/>
          </a:xfrm>
        </p:spPr>
        <p:txBody>
          <a:bodyPr>
            <a:norm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lang="en-US" sz="16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Classically, we often rank one feature at a time.</a:t>
            </a:r>
            <a:r>
              <a:rPr lang="en-US" sz="1650" dirty="0">
                <a:solidFill>
                  <a:srgbClr val="0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lang="en-US" sz="16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Quantum systems can encode relationships between parts of the system directly.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lang="en-US" sz="16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That is why entanglement is the most natural bridge to interaction-aware feature selection.</a:t>
            </a:r>
          </a:p>
          <a:p>
            <a:pPr defTabSz="914400">
              <a:defRPr sz="1200" b="0">
                <a:solidFill>
                  <a:srgbClr val="000000"/>
                </a:solidFill>
              </a:defRPr>
            </a:pPr>
            <a:endParaRPr lang="en-US" sz="1800" dirty="0">
              <a:solidFill>
                <a:schemeClr val="tx2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0A536E-31EA-333D-2317-3912BD5FE4A5}"/>
              </a:ext>
            </a:extLst>
          </p:cNvPr>
          <p:cNvSpPr txBox="1">
            <a:spLocks/>
          </p:cNvSpPr>
          <p:nvPr/>
        </p:nvSpPr>
        <p:spPr>
          <a:xfrm>
            <a:off x="911225" y="385571"/>
            <a:ext cx="11277600" cy="7921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1350" b="0">
                <a:solidFill>
                  <a:srgbClr val="6B7280"/>
                </a:solidFill>
              </a:defRPr>
            </a:pPr>
            <a:r>
              <a:rPr lang="en-US" sz="1800" dirty="0">
                <a:solidFill>
                  <a:schemeClr val="tx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 quantum states can become linked so strongly that they stop behaving like independent objects.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583B39-8E85-0590-3EBC-2404DF0F3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012" y="3581400"/>
            <a:ext cx="7772400" cy="163718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A0AD335-E20E-8FDC-7DB5-8B93A79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997E3-3A69-5A42-939B-DD9EF865D03A}" type="datetime1">
              <a:rPr lang="en-US" smtClean="0"/>
              <a:t>4/24/26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15C0B-3439-2475-A5E9-FD1FE61F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EB4719C-1044-7EAC-3C79-85517722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8C889C-6077-94AD-0F5D-9E00030093E4}"/>
              </a:ext>
            </a:extLst>
          </p:cNvPr>
          <p:cNvSpPr txBox="1"/>
          <p:nvPr/>
        </p:nvSpPr>
        <p:spPr>
          <a:xfrm>
            <a:off x="4341812" y="5254684"/>
            <a:ext cx="61120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Figure 3: Correlated two-qubit Bell state</a:t>
            </a:r>
          </a:p>
        </p:txBody>
      </p:sp>
    </p:spTree>
    <p:extLst>
      <p:ext uri="{BB962C8B-B14F-4D97-AF65-F5344CB8AC3E}">
        <p14:creationId xmlns:p14="http://schemas.microsoft.com/office/powerpoint/2010/main" val="411120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7B4AE-5567-EA44-33A9-B08D4A27F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5E22E-7008-D34E-742D-8152E2444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5" y="-10510"/>
            <a:ext cx="11277600" cy="792163"/>
          </a:xfrm>
        </p:spPr>
        <p:txBody>
          <a:bodyPr>
            <a:normAutofit/>
          </a:bodyPr>
          <a:lstStyle/>
          <a:p>
            <a:pPr>
              <a:defRPr sz="3150" b="1">
                <a:solidFill>
                  <a:srgbClr val="111111"/>
                </a:solidFill>
              </a:defRPr>
            </a:pPr>
            <a:r>
              <a:rPr lang="en-US" sz="2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Tunneling</a:t>
            </a:r>
            <a:endParaRPr lang="en-US" sz="2400" b="1" dirty="0">
              <a:solidFill>
                <a:schemeClr val="tx2">
                  <a:lumMod val="20000"/>
                  <a:lumOff val="8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00E0B-CBB1-26E9-1E87-A016E0AB0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190" y="1504543"/>
            <a:ext cx="6170851" cy="3124200"/>
          </a:xfrm>
        </p:spPr>
        <p:txBody>
          <a:bodyPr>
            <a:norm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lang="en-US" sz="165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Classical optimization can get stuck behind a barrier in the search. </a:t>
            </a:r>
            <a:r>
              <a:rPr lang="en-US" sz="1650" dirty="0">
                <a:solidFill>
                  <a:srgbClr val="000000"/>
                </a:solidFill>
              </a:rPr>
              <a:t>landscape.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lang="en-US" sz="165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Quantum behavior allows probability to appear on the other side. </a:t>
            </a:r>
            <a:r>
              <a:rPr lang="en-US" sz="1650" dirty="0">
                <a:solidFill>
                  <a:srgbClr val="000000"/>
                </a:solidFill>
              </a:rPr>
              <a:t>of that barrier.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lang="en-US" sz="165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That is why tunneling is often used as the mental model for better global search.</a:t>
            </a:r>
          </a:p>
          <a:p>
            <a:pPr defTabSz="914400">
              <a:defRPr sz="1200" b="0">
                <a:solidFill>
                  <a:srgbClr val="000000"/>
                </a:solidFill>
              </a:defRPr>
            </a:pPr>
            <a:endParaRPr lang="en-US" sz="1800" dirty="0">
              <a:solidFill>
                <a:schemeClr val="tx2">
                  <a:lumMod val="20000"/>
                  <a:lumOff val="80000"/>
                </a:schemeClr>
              </a:solidFill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0E7CB9F-3CB6-5276-902C-B98D3E210A2B}"/>
              </a:ext>
            </a:extLst>
          </p:cNvPr>
          <p:cNvSpPr txBox="1">
            <a:spLocks/>
          </p:cNvSpPr>
          <p:nvPr/>
        </p:nvSpPr>
        <p:spPr>
          <a:xfrm>
            <a:off x="911225" y="350935"/>
            <a:ext cx="11277600" cy="7921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1350" b="0">
                <a:solidFill>
                  <a:srgbClr val="6B7280"/>
                </a:solidFill>
              </a:defRPr>
            </a:pP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Quantum systems can cross barriers that would trap a purely classical search process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30BCA7-5FEE-1D90-46B5-194C71C66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312" y="3733800"/>
            <a:ext cx="7772400" cy="141211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93891-0E84-D52A-49CD-CE4933A7B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74BFA-1849-2E43-A65C-0A9E7643F244}" type="datetime1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EF293-BA36-62E7-E24A-1A4CC354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95B92-6E57-8F20-B0BE-3C29DC8F3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15DDCA-C321-8A61-7E17-8C471E0AC095}"/>
              </a:ext>
            </a:extLst>
          </p:cNvPr>
          <p:cNvSpPr txBox="1"/>
          <p:nvPr/>
        </p:nvSpPr>
        <p:spPr>
          <a:xfrm>
            <a:off x="5679304" y="5199568"/>
            <a:ext cx="61120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Figure 4: Quantum tunneling through an energy barrier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56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0911D-F440-0102-A291-1B31A7826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D1585-4CAE-FC82-8CF1-43CCDE518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383" y="-197080"/>
            <a:ext cx="11277600" cy="7921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Overview of the Hybrid Quantum-Classical Feature-Selection Pipeline</a:t>
            </a:r>
            <a:endParaRPr lang="en-US" sz="2400" b="1" dirty="0">
              <a:solidFill>
                <a:schemeClr val="tx2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A04E14-B561-D711-D399-40BB4044F20B}"/>
              </a:ext>
            </a:extLst>
          </p:cNvPr>
          <p:cNvSpPr txBox="1">
            <a:spLocks/>
          </p:cNvSpPr>
          <p:nvPr/>
        </p:nvSpPr>
        <p:spPr>
          <a:xfrm>
            <a:off x="813383" y="577666"/>
            <a:ext cx="11277600" cy="7921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 fontScale="55000" lnSpcReduction="20000"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solidFill>
                  <a:schemeClr val="tx1">
                    <a:lumMod val="75000"/>
                  </a:schemeClr>
                </a:solidFill>
              </a:rPr>
              <a:t>A quantum-emulated feature-selection stage is coupled with a classical classifier to balance interaction-aware search with practical inference</a:t>
            </a:r>
          </a:p>
          <a:p>
            <a:br>
              <a:rPr lang="en-US" sz="1800" dirty="0"/>
            </a:br>
            <a:endParaRPr lang="en-US" sz="1800" dirty="0">
              <a:solidFill>
                <a:srgbClr val="6B728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6E4F6-72A2-34F9-130E-616E550C3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212" y="1498562"/>
            <a:ext cx="8318700" cy="402827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CBCBE4-A00F-E0A0-67A8-6A822701570D}"/>
              </a:ext>
            </a:extLst>
          </p:cNvPr>
          <p:cNvSpPr txBox="1"/>
          <p:nvPr/>
        </p:nvSpPr>
        <p:spPr>
          <a:xfrm>
            <a:off x="2930680" y="5701338"/>
            <a:ext cx="6111764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buNone/>
            </a:pPr>
            <a:r>
              <a:rPr lang="en-US" sz="1400" b="1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Figure 5: Overview of the Hybrid Quantum-Classical Feature-Selection Pipeline</a:t>
            </a:r>
            <a:endParaRPr lang="en-US" sz="1400" b="0" i="0" dirty="0">
              <a:solidFill>
                <a:schemeClr val="tx1">
                  <a:lumMod val="8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48E17-CE99-3441-E05D-564A7D22D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F61E7-7701-3A48-BD0C-50EDF1958B10}" type="datetime1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00142-85CD-C0D7-4227-35B06BBD3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BD71D-20C2-EC3C-402B-B00F4D9E0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71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CAEF4-CA71-9CC1-0FA9-69C00C4D3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F837-A957-D6DE-F29D-25B1A7D9D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5" y="-10510"/>
            <a:ext cx="11277600" cy="792163"/>
          </a:xfrm>
        </p:spPr>
        <p:txBody>
          <a:bodyPr>
            <a:normAutofit/>
          </a:bodyPr>
          <a:lstStyle/>
          <a:p>
            <a:r>
              <a:rPr lang="en-US" sz="2400" b="1" dirty="0"/>
              <a:t>Hybrid Quantum-Classical Approach</a:t>
            </a:r>
            <a:endParaRPr lang="en-US" sz="2400" b="1" dirty="0">
              <a:solidFill>
                <a:schemeClr val="tx2">
                  <a:lumMod val="20000"/>
                  <a:lumOff val="8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DF7F8-C1DC-435A-5C8D-D67EB5A79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1866900"/>
            <a:ext cx="9677400" cy="3124200"/>
          </a:xfrm>
        </p:spPr>
        <p:txBody>
          <a:bodyPr>
            <a:noAutofit/>
          </a:bodyPr>
          <a:lstStyle/>
          <a:p>
            <a:r>
              <a:rPr lang="en-US" sz="1650" dirty="0"/>
              <a:t>This research work uses a </a:t>
            </a:r>
            <a:r>
              <a:rPr lang="en-US" sz="1650" b="1" dirty="0"/>
              <a:t>variational quantum circuit (VQC)</a:t>
            </a:r>
            <a:r>
              <a:rPr lang="en-US" sz="1650" dirty="0"/>
              <a:t> as a </a:t>
            </a:r>
            <a:r>
              <a:rPr lang="en-US" sz="1650" b="1" dirty="0"/>
              <a:t>feature selector.</a:t>
            </a:r>
          </a:p>
          <a:p>
            <a:r>
              <a:rPr lang="en-US" sz="1650" dirty="0"/>
              <a:t>The quantum part is simulated on a classical computer using </a:t>
            </a:r>
            <a:r>
              <a:rPr lang="en-US" sz="1650" b="1" dirty="0"/>
              <a:t>Python and Qiskit on macOS.</a:t>
            </a:r>
            <a:endParaRPr lang="en-US" sz="1650" dirty="0"/>
          </a:p>
          <a:p>
            <a:r>
              <a:rPr lang="en-US" sz="1650" dirty="0"/>
              <a:t>This lets us test </a:t>
            </a:r>
            <a:r>
              <a:rPr lang="en-US" sz="1650" b="1" dirty="0"/>
              <a:t>superposition, entanglement, and interaction-aware search</a:t>
            </a:r>
            <a:r>
              <a:rPr lang="en-US" sz="1650" dirty="0"/>
              <a:t> in a reproducible way without requiring real quantum hardware.</a:t>
            </a:r>
          </a:p>
          <a:p>
            <a:r>
              <a:rPr lang="en-US" sz="1650" dirty="0"/>
              <a:t>The selected subset is then passed to a </a:t>
            </a:r>
            <a:r>
              <a:rPr lang="en-US" sz="1650" b="1" dirty="0"/>
              <a:t>classical Support Vector Machine with a Radial Basis Function (RBF) kernel</a:t>
            </a:r>
            <a:r>
              <a:rPr lang="en-US" sz="1650" dirty="0"/>
              <a:t>, which keeps the final pipeline practical and deployable.</a:t>
            </a:r>
          </a:p>
          <a:p>
            <a:r>
              <a:rPr lang="en-US" sz="1650" dirty="0"/>
              <a:t>So the contribution is a </a:t>
            </a:r>
            <a:r>
              <a:rPr lang="en-US" sz="1650" b="1" dirty="0"/>
              <a:t>hybrid workflow</a:t>
            </a:r>
            <a:r>
              <a:rPr lang="en-US" sz="1650" dirty="0"/>
              <a:t>: quantum-emulated search for better feature subsets, classical learning for stable prediction.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A139109-83D8-1989-4DBA-E5FED46C25FA}"/>
              </a:ext>
            </a:extLst>
          </p:cNvPr>
          <p:cNvSpPr txBox="1">
            <a:spLocks/>
          </p:cNvSpPr>
          <p:nvPr/>
        </p:nvSpPr>
        <p:spPr>
          <a:xfrm>
            <a:off x="911225" y="706399"/>
            <a:ext cx="11277600" cy="7921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 fontScale="55000" lnSpcReduction="20000"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solidFill>
                  <a:schemeClr val="tx1">
                    <a:lumMod val="75000"/>
                  </a:schemeClr>
                </a:solidFill>
              </a:rPr>
              <a:t>We do not run on a physical quantum computer, we emulate the quantum circuit in Python to study whether quantum-inspired feature interactions improve feature selection</a:t>
            </a:r>
          </a:p>
          <a:p>
            <a:br>
              <a:rPr lang="en-US" sz="1800" dirty="0"/>
            </a:br>
            <a:endParaRPr lang="en-US" sz="1800" dirty="0">
              <a:solidFill>
                <a:srgbClr val="6B7280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193C8-2467-D7E3-858A-15E00D56D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2B93-E88A-7245-9A7D-517A38765476}" type="datetime1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DC04C-2BBA-22E7-2880-09C5B6DD3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1E613-00BE-4030-E1AE-4F211507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1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0E165-43F7-C009-A3FA-B66EABF68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9688-7C14-AE0C-F5AA-11619DC6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2" y="-222668"/>
            <a:ext cx="11277600" cy="792163"/>
          </a:xfrm>
        </p:spPr>
        <p:txBody>
          <a:bodyPr>
            <a:normAutofit/>
          </a:bodyPr>
          <a:lstStyle/>
          <a:p>
            <a:r>
              <a:rPr lang="en-US" sz="2400" b="1" dirty="0"/>
              <a:t>Why the Hybrid Architecture Is Effective</a:t>
            </a:r>
            <a:endParaRPr lang="en-US" sz="2400" b="1" dirty="0">
              <a:solidFill>
                <a:schemeClr val="tx2">
                  <a:lumMod val="20000"/>
                  <a:lumOff val="8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B665D0-5CEF-C599-3C89-7B85486258AA}"/>
              </a:ext>
            </a:extLst>
          </p:cNvPr>
          <p:cNvSpPr txBox="1">
            <a:spLocks/>
          </p:cNvSpPr>
          <p:nvPr/>
        </p:nvSpPr>
        <p:spPr>
          <a:xfrm>
            <a:off x="760412" y="390943"/>
            <a:ext cx="11277600" cy="7921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The framework assigns each paradigm to the stage where it contributes most: quantum modeling for subset discovery, classical learning for stable inference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1B47FE6A-226E-D356-8D38-AB033F17DC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8411866"/>
              </p:ext>
            </p:extLst>
          </p:nvPr>
        </p:nvGraphicFramePr>
        <p:xfrm>
          <a:off x="2360613" y="1143000"/>
          <a:ext cx="79248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9BEBDD-07C4-8F93-B7E6-4AC1B154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68A79-4161-5C4C-A2CB-537F903C9C7E}" type="datetime1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90E03-E837-562E-3C50-07A6FC19C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2E3EF-1889-28AE-050E-4565BE59A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11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DABAD-AE9C-B49C-8F46-F3077EE72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426C5-ED10-500A-1D2C-84E4EB370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2" y="-182563"/>
            <a:ext cx="11277600" cy="792163"/>
          </a:xfrm>
        </p:spPr>
        <p:txBody>
          <a:bodyPr>
            <a:normAutofit/>
          </a:bodyPr>
          <a:lstStyle/>
          <a:p>
            <a:r>
              <a:rPr lang="en-US" sz="2400" b="1" dirty="0"/>
              <a:t>Why the Method Is Most Reliable</a:t>
            </a:r>
            <a:endParaRPr lang="en-US" sz="2400" b="1" dirty="0">
              <a:solidFill>
                <a:schemeClr val="tx2">
                  <a:lumMod val="20000"/>
                  <a:lumOff val="8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7DF8F5-BFE7-A9C3-A437-EC131A2C3E85}"/>
              </a:ext>
            </a:extLst>
          </p:cNvPr>
          <p:cNvSpPr txBox="1">
            <a:spLocks/>
          </p:cNvSpPr>
          <p:nvPr/>
        </p:nvSpPr>
        <p:spPr>
          <a:xfrm>
            <a:off x="774866" y="465136"/>
            <a:ext cx="11277600" cy="7921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00" dirty="0">
                <a:solidFill>
                  <a:schemeClr val="tx1">
                    <a:lumMod val="75000"/>
                  </a:schemeClr>
                </a:solidFill>
              </a:rPr>
              <a:t>AgriQFS is most adaptative when the task demands compact, interpretable feature selection under challenging imaging conditions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7686610-3796-BF73-F444-DC8E51B01E39}"/>
              </a:ext>
            </a:extLst>
          </p:cNvPr>
          <p:cNvSpPr/>
          <p:nvPr/>
        </p:nvSpPr>
        <p:spPr>
          <a:xfrm>
            <a:off x="1065212" y="1905000"/>
            <a:ext cx="3200400" cy="28194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50" b="1" dirty="0">
                <a:solidFill>
                  <a:schemeClr val="tx1">
                    <a:lumMod val="95000"/>
                  </a:schemeClr>
                </a:solidFill>
              </a:rPr>
              <a:t>Interaction-Dominated Regimes: </a:t>
            </a:r>
          </a:p>
          <a:p>
            <a:pPr algn="ctr"/>
            <a:endParaRPr lang="en-US" sz="1650" b="1" dirty="0">
              <a:solidFill>
                <a:schemeClr val="tx1">
                  <a:lumMod val="95000"/>
                </a:schemeClr>
              </a:solidFill>
            </a:endParaRPr>
          </a:p>
          <a:p>
            <a:pPr algn="ctr"/>
            <a:r>
              <a:rPr lang="en-US" sz="1650" dirty="0">
                <a:solidFill>
                  <a:schemeClr val="tx1">
                    <a:lumMod val="95000"/>
                  </a:schemeClr>
                </a:solidFill>
              </a:rPr>
              <a:t>Its advantage increases when useful information is distributed across interacting descriptors rather than isolated within a single feature.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5FB3286-ED45-6943-0003-35D18B52ACBD}"/>
              </a:ext>
            </a:extLst>
          </p:cNvPr>
          <p:cNvSpPr/>
          <p:nvPr/>
        </p:nvSpPr>
        <p:spPr>
          <a:xfrm>
            <a:off x="4951412" y="1905000"/>
            <a:ext cx="3200400" cy="28194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50" b="1" dirty="0">
                <a:solidFill>
                  <a:schemeClr val="tx1">
                    <a:lumMod val="95000"/>
                  </a:schemeClr>
                </a:solidFill>
              </a:rPr>
              <a:t>Perturbed Imaging Conditions:</a:t>
            </a:r>
          </a:p>
          <a:p>
            <a:pPr algn="ctr"/>
            <a:endParaRPr lang="en-US" sz="1650" b="1" dirty="0">
              <a:solidFill>
                <a:schemeClr val="tx1">
                  <a:lumMod val="95000"/>
                </a:schemeClr>
              </a:solidFill>
            </a:endParaRPr>
          </a:p>
          <a:p>
            <a:pPr algn="ctr"/>
            <a:r>
              <a:rPr lang="en-US" sz="1650" dirty="0">
                <a:solidFill>
                  <a:schemeClr val="tx1">
                    <a:lumMod val="95000"/>
                  </a:schemeClr>
                </a:solidFill>
              </a:rPr>
              <a:t>under </a:t>
            </a:r>
            <a:r>
              <a:rPr lang="en-US" sz="1650" b="1" dirty="0">
                <a:solidFill>
                  <a:schemeClr val="tx1">
                    <a:lumMod val="95000"/>
                  </a:schemeClr>
                </a:solidFill>
              </a:rPr>
              <a:t>glare</a:t>
            </a:r>
            <a:r>
              <a:rPr lang="en-US" sz="1650" dirty="0">
                <a:solidFill>
                  <a:schemeClr val="tx1">
                    <a:lumMod val="95000"/>
                  </a:schemeClr>
                </a:solidFill>
              </a:rPr>
              <a:t> and </a:t>
            </a:r>
            <a:r>
              <a:rPr lang="en-US" sz="1650" b="1" dirty="0">
                <a:solidFill>
                  <a:schemeClr val="tx1">
                    <a:lumMod val="95000"/>
                  </a:schemeClr>
                </a:solidFill>
              </a:rPr>
              <a:t>additive sensor noise</a:t>
            </a:r>
            <a:r>
              <a:rPr lang="en-US" sz="1650" dirty="0">
                <a:solidFill>
                  <a:schemeClr val="tx1">
                    <a:lumMod val="95000"/>
                  </a:schemeClr>
                </a:solidFill>
              </a:rPr>
              <a:t>, where stable subset selection becomes more challenging. This aligns with robustness under field variability.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FB83B9-20F9-8CDE-16D3-AE275A1BEAF0}"/>
              </a:ext>
            </a:extLst>
          </p:cNvPr>
          <p:cNvSpPr/>
          <p:nvPr/>
        </p:nvSpPr>
        <p:spPr>
          <a:xfrm>
            <a:off x="8685212" y="1905000"/>
            <a:ext cx="3200400" cy="28194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50" b="1" dirty="0">
                <a:solidFill>
                  <a:schemeClr val="tx1">
                    <a:lumMod val="95000"/>
                  </a:schemeClr>
                </a:solidFill>
              </a:rPr>
              <a:t>Interpretability for Domain Science</a:t>
            </a:r>
          </a:p>
          <a:p>
            <a:pPr algn="ctr"/>
            <a:endParaRPr lang="en-US" sz="1650" dirty="0">
              <a:solidFill>
                <a:schemeClr val="tx1">
                  <a:lumMod val="95000"/>
                </a:schemeClr>
              </a:solidFill>
            </a:endParaRPr>
          </a:p>
          <a:p>
            <a:pPr algn="ctr"/>
            <a:r>
              <a:rPr lang="en-US" sz="1650" dirty="0">
                <a:solidFill>
                  <a:schemeClr val="tx1">
                    <a:lumMod val="95000"/>
                  </a:schemeClr>
                </a:solidFill>
              </a:rPr>
              <a:t>The final subset remains understandable in agronomic and remote-sensing terms.</a:t>
            </a:r>
          </a:p>
          <a:p>
            <a:pPr algn="ctr"/>
            <a:r>
              <a:rPr lang="en-US" sz="1650" dirty="0">
                <a:solidFill>
                  <a:schemeClr val="tx1">
                    <a:lumMod val="95000"/>
                  </a:schemeClr>
                </a:solidFill>
              </a:rPr>
              <a:t>That makes the method easier to analyze scientifically than an opaque end-to-end representation.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FBFA-0035-7032-AD74-398E8BA80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032C3-86DC-2049-AA34-2EB5C6E2C543}" type="datetime1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5F87B4-0D2C-2561-B060-E6C255B1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8AD499-B67A-4DA6-80A8-5522C6A4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4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309F3-C4F5-D5E2-333C-026289483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922D0-F41D-E994-7BFA-00545EED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241" y="0"/>
            <a:ext cx="11277600" cy="792163"/>
          </a:xfrm>
        </p:spPr>
        <p:txBody>
          <a:bodyPr>
            <a:normAutofit/>
          </a:bodyPr>
          <a:lstStyle/>
          <a:p>
            <a:r>
              <a:rPr lang="en-US" sz="2400" b="1" dirty="0"/>
              <a:t>The Role of the 4-Qubit Configuration</a:t>
            </a:r>
            <a:endParaRPr lang="en-US" sz="2400" b="1" dirty="0">
              <a:solidFill>
                <a:schemeClr val="tx2">
                  <a:lumMod val="20000"/>
                  <a:lumOff val="8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300B74-6E9D-5610-933C-9D5D3397AB1C}"/>
              </a:ext>
            </a:extLst>
          </p:cNvPr>
          <p:cNvSpPr txBox="1">
            <a:spLocks/>
          </p:cNvSpPr>
          <p:nvPr/>
        </p:nvSpPr>
        <p:spPr>
          <a:xfrm>
            <a:off x="890241" y="533400"/>
            <a:ext cx="11277600" cy="7921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1">
                    <a:lumMod val="85000"/>
                  </a:schemeClr>
                </a:solidFill>
              </a:rPr>
              <a:t>the 4-qubit configuration provides the clearest balance between compact feature selection, preserved class structure, and practical interpretability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DA72B6-C21F-49E5-6324-FBB77BC44229}"/>
              </a:ext>
            </a:extLst>
          </p:cNvPr>
          <p:cNvSpPr txBox="1"/>
          <p:nvPr/>
        </p:nvSpPr>
        <p:spPr>
          <a:xfrm>
            <a:off x="922812" y="1848453"/>
            <a:ext cx="6624656" cy="2879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buNone/>
            </a:pPr>
            <a:r>
              <a:rPr lang="en-US" sz="1650" b="0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What 4 qubits mean here</a:t>
            </a:r>
          </a:p>
          <a:p>
            <a:pPr algn="l">
              <a:lnSpc>
                <a:spcPts val="1575"/>
              </a:lnSpc>
              <a:buNone/>
            </a:pPr>
            <a:endParaRPr lang="en-US" sz="1650" b="0" i="0" dirty="0">
              <a:solidFill>
                <a:schemeClr val="tx1">
                  <a:lumMod val="8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0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The 4-qubit setting corresponds to selecting a compact subset of descriptors for downstream classification.</a:t>
            </a: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</a:t>
            </a:r>
            <a:r>
              <a:rPr lang="en-US" sz="1650" b="0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his regime produces the most interpretable and practically useful subset.</a:t>
            </a:r>
          </a:p>
          <a:p>
            <a:pPr algn="l">
              <a:lnSpc>
                <a:spcPts val="1575"/>
              </a:lnSpc>
              <a:spcAft>
                <a:spcPts val="450"/>
              </a:spcAft>
            </a:pPr>
            <a:endParaRPr lang="en-US" sz="1650" b="0" i="0" dirty="0">
              <a:solidFill>
                <a:schemeClr val="tx1">
                  <a:lumMod val="8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ts val="1575"/>
              </a:lnSpc>
              <a:buNone/>
            </a:pPr>
            <a:r>
              <a:rPr lang="en-US" sz="1650" b="0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Why this regime is important</a:t>
            </a:r>
          </a:p>
          <a:p>
            <a:pPr marL="285750" indent="-285750" algn="l">
              <a:lnSpc>
                <a:spcPts val="1575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50" b="0" i="0" dirty="0">
              <a:solidFill>
                <a:schemeClr val="tx1">
                  <a:lumMod val="8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0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Too small a subset can lose important structure.</a:t>
            </a: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0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Too large a subset reduces compactness and weakens the argument for efficient selection.</a:t>
            </a: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0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The 4-qubit case offers the best ground</a:t>
            </a:r>
            <a:r>
              <a:rPr lang="en-US" sz="1650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experimentation</a:t>
            </a:r>
            <a:endParaRPr lang="en-US" sz="1650" b="0" i="0" dirty="0">
              <a:solidFill>
                <a:schemeClr val="tx1">
                  <a:lumMod val="8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3F1852-87D7-A1D8-8B17-A64132BE29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212" y="1981200"/>
            <a:ext cx="2775075" cy="241194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3F8B37-47E5-D823-1223-A162E721C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3ECF-1411-4649-9C0D-5DD2C3B9B1DF}" type="datetime1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E5220-8DED-6F53-ABE3-00912504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A27BF-CC6C-3854-FAAA-DFCF8D6E0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FD4C45-8A53-5A66-80D5-D3881E161B07}"/>
              </a:ext>
            </a:extLst>
          </p:cNvPr>
          <p:cNvSpPr txBox="1"/>
          <p:nvPr/>
        </p:nvSpPr>
        <p:spPr>
          <a:xfrm>
            <a:off x="8988584" y="4579393"/>
            <a:ext cx="2590800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Figure 6:  </a:t>
            </a:r>
            <a:r>
              <a:rPr lang="en-US" sz="1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Qubit State Duality</a:t>
            </a:r>
            <a:endParaRPr lang="en-US" sz="14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401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7FC99-B1CB-BC91-C213-130672A92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016D0-2FA8-8AC3-E5E3-97AF4BF03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2" y="-181447"/>
            <a:ext cx="11277600" cy="792163"/>
          </a:xfrm>
        </p:spPr>
        <p:txBody>
          <a:bodyPr>
            <a:normAutofit/>
          </a:bodyPr>
          <a:lstStyle/>
          <a:p>
            <a:r>
              <a:rPr lang="en-US" sz="2400" b="1" dirty="0"/>
              <a:t>Why a Compact Subset Still Works</a:t>
            </a:r>
            <a:endParaRPr lang="en-US" sz="2400" b="1" dirty="0">
              <a:solidFill>
                <a:schemeClr val="tx2">
                  <a:lumMod val="20000"/>
                  <a:lumOff val="8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D67A41-EDD6-7A3A-4F2D-208F4F2C61C2}"/>
              </a:ext>
            </a:extLst>
          </p:cNvPr>
          <p:cNvSpPr txBox="1">
            <a:spLocks/>
          </p:cNvSpPr>
          <p:nvPr/>
        </p:nvSpPr>
        <p:spPr>
          <a:xfrm>
            <a:off x="735176" y="368506"/>
            <a:ext cx="11277600" cy="7921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PCA of the selected descriptors shows that discriminative structure is preserved without relying on the full feature set</a:t>
            </a:r>
            <a:br>
              <a:rPr lang="en-US" sz="1800" dirty="0">
                <a:solidFill>
                  <a:schemeClr val="tx1">
                    <a:lumMod val="75000"/>
                  </a:schemeClr>
                </a:solidFill>
              </a:rPr>
            </a:br>
            <a:endParaRPr lang="en-US" sz="1800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ABF300-ADB6-CF74-C1F4-8563C7ECA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812" y="2664834"/>
            <a:ext cx="7772400" cy="3427528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79F048-658C-DCF4-05EB-F8278D858B4E}"/>
              </a:ext>
            </a:extLst>
          </p:cNvPr>
          <p:cNvSpPr txBox="1"/>
          <p:nvPr/>
        </p:nvSpPr>
        <p:spPr>
          <a:xfrm>
            <a:off x="3122612" y="6208714"/>
            <a:ext cx="6111764" cy="1100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</a:pPr>
            <a:r>
              <a:rPr lang="en-US" sz="1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Figure 7: PCA projection of the QFS-selected k=4 feature space</a:t>
            </a:r>
            <a:endParaRPr lang="en-US" sz="14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D6E7A6-32FD-ED4A-EEC6-99485C6513C5}"/>
              </a:ext>
            </a:extLst>
          </p:cNvPr>
          <p:cNvSpPr txBox="1"/>
          <p:nvPr/>
        </p:nvSpPr>
        <p:spPr>
          <a:xfrm>
            <a:off x="938295" y="1066800"/>
            <a:ext cx="11250530" cy="146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Class Structure Preserved</a:t>
            </a:r>
            <a:br>
              <a:rPr lang="en-US" sz="1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selected subset retains visible separation between pre- and post-defoliation states in the projected feature space.</a:t>
            </a: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</a:pPr>
            <a:endParaRPr lang="en-US" sz="18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Compact but Informative</a:t>
            </a:r>
            <a:br>
              <a:rPr lang="en-US" sz="1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separation is achieved with a small descriptor set, indicating that the selected features preserve discriminative information efficiently.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4EBCED-8CFA-7C52-8BA6-AD9F8380D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6CD0F-C827-3748-A1DE-A94BDA9C1CB4}" type="datetime1">
              <a:rPr lang="en-US" smtClean="0"/>
              <a:t>4/24/26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5B851-6532-70A4-5286-034FDA2F5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1100" y="6503990"/>
            <a:ext cx="5281824" cy="365125"/>
          </a:xfrm>
        </p:spPr>
        <p:txBody>
          <a:bodyPr/>
          <a:lstStyle/>
          <a:p>
            <a:r>
              <a:rPr lang="en-US" dirty="0"/>
              <a:t>SPIE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98BC8-A6A1-33E0-8105-3CC6F1FE5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323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D5466-965E-BB16-D82D-1BE8F50F7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0C95-9207-02A0-759C-1DB523B67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2" y="-181447"/>
            <a:ext cx="11277600" cy="792163"/>
          </a:xfrm>
        </p:spPr>
        <p:txBody>
          <a:bodyPr>
            <a:normAutofit/>
          </a:bodyPr>
          <a:lstStyle/>
          <a:p>
            <a:r>
              <a:rPr lang="en-US" sz="2400" b="1" dirty="0"/>
              <a:t>Interpretable 14-D Feature Representation</a:t>
            </a:r>
            <a:endParaRPr lang="en-US" sz="2400" b="1" dirty="0">
              <a:solidFill>
                <a:schemeClr val="tx2">
                  <a:lumMod val="20000"/>
                  <a:lumOff val="8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8F3915-EF85-88C4-3E7A-51DF500F7006}"/>
              </a:ext>
            </a:extLst>
          </p:cNvPr>
          <p:cNvSpPr txBox="1">
            <a:spLocks/>
          </p:cNvSpPr>
          <p:nvPr/>
        </p:nvSpPr>
        <p:spPr>
          <a:xfrm>
            <a:off x="735176" y="368506"/>
            <a:ext cx="11277600" cy="7921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 fontScale="55000" lnSpcReduction="20000"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solidFill>
                  <a:schemeClr val="tx1">
                    <a:lumMod val="75000"/>
                  </a:schemeClr>
                </a:solidFill>
              </a:rPr>
              <a:t>The framework operates on physically meaningful descriptors derived from UAV imagery, capturing spectral response, texture organization, and exposed-structure geometry relevant to cotton defoliation</a:t>
            </a:r>
          </a:p>
          <a:p>
            <a:endParaRPr lang="en-US" sz="1800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4577EC-7E5C-6FD9-163D-08693D6773CA}"/>
              </a:ext>
            </a:extLst>
          </p:cNvPr>
          <p:cNvCxnSpPr>
            <a:cxnSpLocks/>
          </p:cNvCxnSpPr>
          <p:nvPr/>
        </p:nvCxnSpPr>
        <p:spPr>
          <a:xfrm>
            <a:off x="4604022" y="1489841"/>
            <a:ext cx="0" cy="3996559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B7FA90-7BE2-6915-05D5-BBA06C6D6278}"/>
              </a:ext>
            </a:extLst>
          </p:cNvPr>
          <p:cNvCxnSpPr>
            <a:cxnSpLocks/>
          </p:cNvCxnSpPr>
          <p:nvPr/>
        </p:nvCxnSpPr>
        <p:spPr>
          <a:xfrm>
            <a:off x="8532812" y="1583120"/>
            <a:ext cx="0" cy="375088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6536599-3700-02F5-E1A2-B1BBEECADD08}"/>
              </a:ext>
            </a:extLst>
          </p:cNvPr>
          <p:cNvSpPr txBox="1"/>
          <p:nvPr/>
        </p:nvSpPr>
        <p:spPr>
          <a:xfrm>
            <a:off x="1217612" y="1710622"/>
            <a:ext cx="3374860" cy="2276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75"/>
              </a:lnSpc>
              <a:buNone/>
            </a:pPr>
            <a:r>
              <a:rPr lang="en-US" sz="1650" b="1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Vegetation Indices</a:t>
            </a:r>
          </a:p>
          <a:p>
            <a:pPr algn="ctr">
              <a:lnSpc>
                <a:spcPts val="1575"/>
              </a:lnSpc>
              <a:buNone/>
            </a:pPr>
            <a:endParaRPr lang="en-US" sz="1650" b="1" i="0" dirty="0">
              <a:solidFill>
                <a:schemeClr val="tx1">
                  <a:lumMod val="8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0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These descriptors capture canopy color shifts associated with senescence, exposure, and boll visibility.</a:t>
            </a:r>
          </a:p>
          <a:p>
            <a:pPr algn="ctr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0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They provide the spectral foundation for separating pre- and post-defoliation field states.</a:t>
            </a:r>
          </a:p>
          <a:p>
            <a:pPr algn="ctr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0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ExG, visible-band NDVI, and RBR.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B51A17-2C0F-2E8B-EB78-589BF93E0B30}"/>
              </a:ext>
            </a:extLst>
          </p:cNvPr>
          <p:cNvSpPr txBox="1"/>
          <p:nvPr/>
        </p:nvSpPr>
        <p:spPr>
          <a:xfrm>
            <a:off x="4760912" y="1710622"/>
            <a:ext cx="3619500" cy="268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75"/>
              </a:lnSpc>
              <a:buClr>
                <a:schemeClr val="accent1"/>
              </a:buClr>
              <a:buNone/>
            </a:pPr>
            <a:r>
              <a:rPr lang="en-US" sz="1650" b="1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GLCM Texture</a:t>
            </a:r>
          </a:p>
          <a:p>
            <a:pPr algn="ctr">
              <a:lnSpc>
                <a:spcPts val="1575"/>
              </a:lnSpc>
              <a:buClr>
                <a:schemeClr val="accent1"/>
              </a:buClr>
              <a:buNone/>
            </a:pPr>
            <a:endParaRPr lang="en-US" sz="1650" b="0" i="0" dirty="0">
              <a:solidFill>
                <a:schemeClr val="tx1">
                  <a:lumMod val="8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0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Texture descriptors quantify spatial organization in the canopy, including smoothness, contrast, and structural regularity.</a:t>
            </a:r>
          </a:p>
          <a:p>
            <a:pPr algn="ctr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0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These are important because defoliation changes not only color, but also the spatial pattern of exposed and vegetated regions.</a:t>
            </a:r>
          </a:p>
          <a:p>
            <a:pPr algn="ctr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0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Correlation, Contrast, Energy, Entropy, and Homogeneity.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7F0AF3-1C5E-2EAF-FB06-6507999978BB}"/>
              </a:ext>
            </a:extLst>
          </p:cNvPr>
          <p:cNvSpPr txBox="1"/>
          <p:nvPr/>
        </p:nvSpPr>
        <p:spPr>
          <a:xfrm>
            <a:off x="8685213" y="1681719"/>
            <a:ext cx="3103719" cy="2418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75"/>
              </a:lnSpc>
              <a:buClr>
                <a:schemeClr val="accent1"/>
              </a:buClr>
              <a:buNone/>
            </a:pPr>
            <a:r>
              <a:rPr lang="en-US" sz="1650" b="1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Morphological / Structural Descriptors</a:t>
            </a:r>
          </a:p>
          <a:p>
            <a:pPr algn="ctr">
              <a:lnSpc>
                <a:spcPts val="1575"/>
              </a:lnSpc>
              <a:buClr>
                <a:schemeClr val="accent1"/>
              </a:buClr>
              <a:buNone/>
            </a:pPr>
            <a:endParaRPr lang="en-US" sz="1650" b="0" i="0" dirty="0">
              <a:solidFill>
                <a:schemeClr val="tx1">
                  <a:lumMod val="8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0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Structural descriptors summarize the geometry of exposed regions after canopy change becomes visible.</a:t>
            </a:r>
          </a:p>
          <a:p>
            <a:pPr algn="ctr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0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They complement spectral and textural features by encoding shape-level variation tied to exposed cotton structures.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3AB7049-1F51-6E8D-EBC7-CA1CCD745D24}"/>
                  </a:ext>
                </a:extLst>
              </p:cNvPr>
              <p:cNvSpPr txBox="1"/>
              <p:nvPr/>
            </p:nvSpPr>
            <p:spPr>
              <a:xfrm>
                <a:off x="930663" y="4688843"/>
                <a:ext cx="3673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chemeClr val="tx1">
                              <a:lumMod val="8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𝐸𝑥𝐺</m:t>
                      </m:r>
                      <m:r>
                        <a:rPr lang="en-US" sz="2000" b="0" i="1" dirty="0" smtClean="0">
                          <a:solidFill>
                            <a:schemeClr val="tx1">
                              <a:lumMod val="8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000" b="0" i="1" dirty="0" smtClean="0">
                          <a:solidFill>
                            <a:schemeClr val="tx1">
                              <a:lumMod val="8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000" b="0" i="1" dirty="0" smtClean="0">
                          <a:solidFill>
                            <a:schemeClr val="tx1">
                              <a:lumMod val="8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solidFill>
                            <a:schemeClr val="tx1">
                              <a:lumMod val="8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dirty="0" smtClean="0">
                          <a:solidFill>
                            <a:schemeClr val="tx1">
                              <a:lumMod val="8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solidFill>
                            <a:schemeClr val="tx1">
                              <a:lumMod val="8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i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3AB7049-1F51-6E8D-EBC7-CA1CCD745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663" y="4688843"/>
                <a:ext cx="3673359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91552D-8B31-44EA-5039-F20505F60473}"/>
                  </a:ext>
                </a:extLst>
              </p:cNvPr>
              <p:cNvSpPr txBox="1"/>
              <p:nvPr/>
            </p:nvSpPr>
            <p:spPr>
              <a:xfrm>
                <a:off x="9904412" y="4620803"/>
                <a:ext cx="1143000" cy="7509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b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</a:br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91552D-8B31-44EA-5039-F20505F60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4412" y="4620803"/>
                <a:ext cx="1143000" cy="750911"/>
              </a:xfrm>
              <a:prstGeom prst="rect">
                <a:avLst/>
              </a:prstGeom>
              <a:blipFill>
                <a:blip r:embed="rId3"/>
                <a:stretch>
                  <a:fillRect l="-14444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9C2EEC-D9CF-7C23-0A40-4D44857B351F}"/>
                  </a:ext>
                </a:extLst>
              </p:cNvPr>
              <p:cNvSpPr txBox="1"/>
              <p:nvPr/>
            </p:nvSpPr>
            <p:spPr>
              <a:xfrm>
                <a:off x="4756422" y="4620803"/>
                <a:ext cx="3397404" cy="703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𝐶𝑜𝑛𝑡𝑟𝑎𝑠𝑡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 -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1800" i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9C2EEC-D9CF-7C23-0A40-4D44857B3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422" y="4620803"/>
                <a:ext cx="3397404" cy="703526"/>
              </a:xfrm>
              <a:prstGeom prst="rect">
                <a:avLst/>
              </a:prstGeom>
              <a:blipFill>
                <a:blip r:embed="rId4"/>
                <a:stretch>
                  <a:fillRect l="-1115" t="-136842" r="-1859" b="-18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3B3126A-AFB2-AA57-4AA5-C6786411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E65FF-820E-D142-A3FA-9FCE7CF89D38}" type="datetime1">
              <a:rPr lang="en-US" smtClean="0"/>
              <a:t>4/24/26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384556F-D25F-B461-6EE4-8CF9F1A0A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F828385-EDA2-4B49-F199-7684163C8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00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10CD8-EEC8-1091-46A4-493C0671D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A274B-73BB-4E27-6850-55E4FEEB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2" y="-181447"/>
            <a:ext cx="11277600" cy="7921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Quantum Encoding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BC5816-5453-F4B5-611C-500B848C6C44}"/>
              </a:ext>
            </a:extLst>
          </p:cNvPr>
          <p:cNvSpPr txBox="1">
            <a:spLocks/>
          </p:cNvSpPr>
          <p:nvPr/>
        </p:nvSpPr>
        <p:spPr>
          <a:xfrm>
            <a:off x="760412" y="339603"/>
            <a:ext cx="11277600" cy="7921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Candidate feature subsets are mapped into a 4-qubit representation so that descriptor interactions can be expressed within the quantum state before scoring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5581E5-CD6B-7635-160D-8F5829967A20}"/>
              </a:ext>
            </a:extLst>
          </p:cNvPr>
          <p:cNvSpPr>
            <a:spLocks noGrp="1"/>
          </p:cNvSpPr>
          <p:nvPr/>
        </p:nvSpPr>
        <p:spPr>
          <a:xfrm>
            <a:off x="1979612" y="1744981"/>
            <a:ext cx="8915400" cy="45719"/>
          </a:xfrm>
          <a:prstGeom prst="rect">
            <a:avLst/>
          </a:prstGeom>
          <a:solidFill>
            <a:srgbClr val="D7D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86F8037-7C01-6348-99FA-F3B2801C0316}"/>
              </a:ext>
            </a:extLst>
          </p:cNvPr>
          <p:cNvSpPr>
            <a:spLocks noGrp="1"/>
          </p:cNvSpPr>
          <p:nvPr/>
        </p:nvSpPr>
        <p:spPr>
          <a:xfrm>
            <a:off x="1712912" y="1600200"/>
            <a:ext cx="342900" cy="3429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76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01E1B8-CFCB-8CAE-693F-9C99EFDB233D}"/>
              </a:ext>
            </a:extLst>
          </p:cNvPr>
          <p:cNvSpPr>
            <a:spLocks noGrp="1"/>
          </p:cNvSpPr>
          <p:nvPr/>
        </p:nvSpPr>
        <p:spPr>
          <a:xfrm>
            <a:off x="1805041" y="1714500"/>
            <a:ext cx="171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63D1"/>
                </a:solidFill>
              </a:defRPr>
            </a:pPr>
            <a:r>
              <a:rPr sz="900" b="1" dirty="0">
                <a:solidFill>
                  <a:srgbClr val="1763D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4F181D8-9E98-2848-A327-0160EA08DDF4}"/>
              </a:ext>
            </a:extLst>
          </p:cNvPr>
          <p:cNvSpPr>
            <a:spLocks noGrp="1"/>
          </p:cNvSpPr>
          <p:nvPr/>
        </p:nvSpPr>
        <p:spPr>
          <a:xfrm>
            <a:off x="4710112" y="1600200"/>
            <a:ext cx="342900" cy="342900"/>
          </a:xfrm>
          <a:prstGeom prst="ellipse">
            <a:avLst/>
          </a:prstGeom>
          <a:solidFill>
            <a:srgbClr val="FFFFFF"/>
          </a:solidFill>
          <a:ln w="2095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29C08B-2EBF-E179-978D-38FCCADD121B}"/>
              </a:ext>
            </a:extLst>
          </p:cNvPr>
          <p:cNvSpPr>
            <a:spLocks noGrp="1"/>
          </p:cNvSpPr>
          <p:nvPr/>
        </p:nvSpPr>
        <p:spPr>
          <a:xfrm>
            <a:off x="4795837" y="1704975"/>
            <a:ext cx="171450" cy="152400"/>
          </a:xfrm>
          <a:prstGeom prst="rect">
            <a:avLst/>
          </a:prstGeom>
          <a:solidFill>
            <a:schemeClr val="accent6">
              <a:alpha val="0"/>
            </a:schemeClr>
          </a:solidFill>
          <a:ln w="0">
            <a:solidFill>
              <a:schemeClr val="accent6">
                <a:alpha val="0"/>
              </a:scheme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D7B063"/>
                </a:solidFill>
              </a:defRPr>
            </a:pPr>
            <a:r>
              <a:rPr lang="en-US" sz="900" b="1" dirty="0">
                <a:solidFill>
                  <a:srgbClr val="1763D1"/>
                </a:solidFill>
              </a:rPr>
              <a:t>2</a:t>
            </a:r>
          </a:p>
          <a:p>
            <a:pPr algn="ctr">
              <a:defRPr sz="900" b="1">
                <a:solidFill>
                  <a:srgbClr val="D7B063"/>
                </a:solidFill>
              </a:defRPr>
            </a:pPr>
            <a:endParaRPr sz="900" b="1" dirty="0">
              <a:solidFill>
                <a:schemeClr val="accent6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2CB00A4-929B-FB9C-B9A2-C1E07DBF8EB5}"/>
              </a:ext>
            </a:extLst>
          </p:cNvPr>
          <p:cNvSpPr>
            <a:spLocks noGrp="1"/>
          </p:cNvSpPr>
          <p:nvPr/>
        </p:nvSpPr>
        <p:spPr>
          <a:xfrm>
            <a:off x="7974012" y="1600200"/>
            <a:ext cx="342900" cy="342900"/>
          </a:xfrm>
          <a:prstGeom prst="ellipse">
            <a:avLst/>
          </a:prstGeom>
          <a:solidFill>
            <a:srgbClr val="FFFFFF"/>
          </a:solidFill>
          <a:ln w="2095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18121-DCC4-4BDE-C7DD-59E41A8F3AA7}"/>
              </a:ext>
            </a:extLst>
          </p:cNvPr>
          <p:cNvSpPr>
            <a:spLocks noGrp="1"/>
          </p:cNvSpPr>
          <p:nvPr/>
        </p:nvSpPr>
        <p:spPr>
          <a:xfrm>
            <a:off x="8059737" y="1704975"/>
            <a:ext cx="171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D56F57"/>
                </a:solidFill>
              </a:defRPr>
            </a:pPr>
            <a:r>
              <a:rPr lang="en-US" sz="900" b="1" dirty="0">
                <a:solidFill>
                  <a:srgbClr val="1763D1"/>
                </a:solidFill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8C5A844-D539-4CC6-4652-6176DAC79381}"/>
              </a:ext>
            </a:extLst>
          </p:cNvPr>
          <p:cNvSpPr>
            <a:spLocks noGrp="1"/>
          </p:cNvSpPr>
          <p:nvPr/>
        </p:nvSpPr>
        <p:spPr>
          <a:xfrm>
            <a:off x="10818812" y="1600200"/>
            <a:ext cx="342900" cy="342900"/>
          </a:xfrm>
          <a:prstGeom prst="ellipse">
            <a:avLst/>
          </a:prstGeom>
          <a:solidFill>
            <a:srgbClr val="FFFFFF"/>
          </a:solidFill>
          <a:ln w="2095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1D574D-4003-0567-622C-8A93B1A5941D}"/>
              </a:ext>
            </a:extLst>
          </p:cNvPr>
          <p:cNvSpPr>
            <a:spLocks noGrp="1"/>
          </p:cNvSpPr>
          <p:nvPr/>
        </p:nvSpPr>
        <p:spPr>
          <a:xfrm>
            <a:off x="10904537" y="1704975"/>
            <a:ext cx="171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63D1"/>
                </a:solidFill>
              </a:defRPr>
            </a:pPr>
            <a:r>
              <a:rPr lang="en-US" sz="900" b="1" dirty="0">
                <a:solidFill>
                  <a:srgbClr val="1763D1"/>
                </a:solidFill>
              </a:rPr>
              <a:t>4</a:t>
            </a:r>
            <a:endParaRPr sz="900" b="1" dirty="0">
              <a:solidFill>
                <a:srgbClr val="1763D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D02003-DE1F-CBFD-7254-F952B9C6237E}"/>
              </a:ext>
            </a:extLst>
          </p:cNvPr>
          <p:cNvSpPr txBox="1"/>
          <p:nvPr/>
        </p:nvSpPr>
        <p:spPr>
          <a:xfrm>
            <a:off x="760412" y="2172091"/>
            <a:ext cx="2362496" cy="917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75"/>
              </a:lnSpc>
              <a:spcAft>
                <a:spcPts val="450"/>
              </a:spcAft>
            </a:pPr>
            <a:r>
              <a:rPr lang="en-US" sz="1650" b="1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br>
              <a:rPr lang="en-US" sz="165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5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Candidate subset of descriptors from the 14-D feature space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962F41-F912-840E-7A2C-67665AA446F7}"/>
              </a:ext>
            </a:extLst>
          </p:cNvPr>
          <p:cNvSpPr txBox="1"/>
          <p:nvPr/>
        </p:nvSpPr>
        <p:spPr>
          <a:xfrm>
            <a:off x="3699331" y="2063119"/>
            <a:ext cx="236249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50" b="1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Feature Map</a:t>
            </a:r>
            <a:br>
              <a:rPr lang="en-US" sz="165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5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Classical descriptor values are embedded using the </a:t>
            </a:r>
            <a:r>
              <a:rPr lang="en-US" sz="1650" b="1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ZZFeatureMap</a:t>
            </a:r>
            <a:endParaRPr lang="en-US" sz="165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6DB844-4636-23B4-1FD0-886A87B28D1B}"/>
              </a:ext>
            </a:extLst>
          </p:cNvPr>
          <p:cNvSpPr txBox="1"/>
          <p:nvPr/>
        </p:nvSpPr>
        <p:spPr>
          <a:xfrm>
            <a:off x="7178486" y="2159395"/>
            <a:ext cx="2105402" cy="943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75"/>
              </a:lnSpc>
              <a:spcAft>
                <a:spcPts val="450"/>
              </a:spcAft>
            </a:pPr>
            <a:r>
              <a:rPr lang="en-US" sz="1650" b="1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Interaction Encoding</a:t>
            </a:r>
            <a:br>
              <a:rPr lang="en-US" sz="1650" b="1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5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Pairwise relationships are introduced into the quantum phase</a:t>
            </a:r>
            <a:r>
              <a:rPr lang="en-US" b="0" i="0" dirty="0">
                <a:solidFill>
                  <a:srgbClr val="1A1C1F"/>
                </a:solidFill>
                <a:effectLst/>
                <a:latin typeface="-apple-system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734D5D-7305-5CEA-BC39-D2E6273A959F}"/>
              </a:ext>
            </a:extLst>
          </p:cNvPr>
          <p:cNvSpPr txBox="1"/>
          <p:nvPr/>
        </p:nvSpPr>
        <p:spPr>
          <a:xfrm>
            <a:off x="9837737" y="2111259"/>
            <a:ext cx="2133600" cy="917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75"/>
              </a:lnSpc>
              <a:spcAft>
                <a:spcPts val="450"/>
              </a:spcAft>
            </a:pPr>
            <a:r>
              <a:rPr lang="en-US" sz="1650" b="1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Prepared State</a:t>
            </a:r>
            <a:br>
              <a:rPr lang="en-US" sz="165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5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encoded state becomes the input to the variational circuit.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5F0349A-68CA-55B0-A887-E1FDC9D05449}"/>
                  </a:ext>
                </a:extLst>
              </p:cNvPr>
              <p:cNvSpPr txBox="1"/>
              <p:nvPr/>
            </p:nvSpPr>
            <p:spPr>
              <a:xfrm>
                <a:off x="68185" y="4130947"/>
                <a:ext cx="6109446" cy="4473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⊗4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5F0349A-68CA-55B0-A887-E1FDC9D05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5" y="4130947"/>
                <a:ext cx="6109446" cy="447367"/>
              </a:xfrm>
              <a:prstGeom prst="rect">
                <a:avLst/>
              </a:prstGeom>
              <a:blipFill>
                <a:blip r:embed="rId2"/>
                <a:stretch>
                  <a:fillRect t="-2778"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19C04E0-CF5C-E602-D48C-A69C6FB2930D}"/>
                  </a:ext>
                </a:extLst>
              </p:cNvPr>
              <p:cNvSpPr txBox="1"/>
              <p:nvPr/>
            </p:nvSpPr>
            <p:spPr>
              <a:xfrm>
                <a:off x="2208212" y="4578314"/>
                <a:ext cx="9144000" cy="18092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ts val="1575"/>
                  </a:lnSpc>
                  <a:buNone/>
                </a:pPr>
                <a:r>
                  <a:rPr lang="en-US" sz="1650" b="1" i="0" dirty="0">
                    <a:solidFill>
                      <a:schemeClr val="tx1">
                        <a:lumMod val="95000"/>
                      </a:schemeClr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Notation meaning</a:t>
                </a:r>
              </a:p>
              <a:p>
                <a:pPr algn="l">
                  <a:lnSpc>
                    <a:spcPts val="1575"/>
                  </a:lnSpc>
                  <a:buNone/>
                </a:pPr>
                <a:r>
                  <a:rPr lang="en-US" sz="1650" b="0" i="0" dirty="0">
                    <a:solidFill>
                      <a:schemeClr val="tx1">
                        <a:lumMod val="95000"/>
                      </a:schemeClr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algn="l">
                  <a:lnSpc>
                    <a:spcPts val="1575"/>
                  </a:lnSpc>
                  <a:spcAft>
                    <a:spcPts val="45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50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5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50" b="0" i="0" dirty="0">
                    <a:solidFill>
                      <a:schemeClr val="tx1">
                        <a:lumMod val="95000"/>
                      </a:schemeClr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: the classical input vector, here the selected feature descriptor values</a:t>
                </a:r>
              </a:p>
              <a:p>
                <a:pPr algn="l">
                  <a:lnSpc>
                    <a:spcPts val="1575"/>
                  </a:lnSpc>
                  <a:spcAft>
                    <a:spcPts val="45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6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5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16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sz="16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ar-AE" sz="16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sz="1650" b="0" i="0" dirty="0">
                    <a:solidFill>
                      <a:schemeClr val="tx1">
                        <a:lumMod val="95000"/>
                      </a:schemeClr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sz="1650" b="0" i="0" dirty="0">
                    <a:solidFill>
                      <a:schemeClr val="tx1">
                        <a:lumMod val="95000"/>
                      </a:schemeClr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the quantum feature map that encodes the classical input into a </a:t>
                </a:r>
                <a:r>
                  <a:rPr lang="en-US" sz="1650" b="0" i="0" dirty="0" err="1">
                    <a:solidFill>
                      <a:schemeClr val="tx1">
                        <a:lumMod val="95000"/>
                      </a:schemeClr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qua.ntum</a:t>
                </a:r>
                <a:r>
                  <a:rPr lang="en-US" sz="1650" b="0" i="0" dirty="0">
                    <a:solidFill>
                      <a:schemeClr val="tx1">
                        <a:lumMod val="95000"/>
                      </a:schemeClr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state.</a:t>
                </a:r>
              </a:p>
              <a:p>
                <a:pPr algn="l">
                  <a:lnSpc>
                    <a:spcPts val="1575"/>
                  </a:lnSpc>
                  <a:spcAft>
                    <a:spcPts val="45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50" b="0" i="0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50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1650" i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sSupPr>
                        <m:ctrlPr>
                          <a:rPr lang="ar-AE" sz="16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"/>
                            <m:ctrlPr>
                              <a:rPr lang="ar-AE" sz="165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650" i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</m:d>
                      </m:e>
                      <m:sup>
                        <m:r>
                          <a:rPr lang="ar-AE" sz="1650" i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⊗4</m:t>
                        </m:r>
                      </m:sup>
                    </m:sSup>
                  </m:oMath>
                </a14:m>
                <a:r>
                  <a:rPr lang="ar-AE" sz="1650" b="0" i="0" dirty="0">
                    <a:solidFill>
                      <a:schemeClr val="tx1">
                        <a:lumMod val="95000"/>
                      </a:schemeClr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sz="1650" b="0" i="0" dirty="0">
                    <a:solidFill>
                      <a:schemeClr val="tx1">
                        <a:lumMod val="95000"/>
                      </a:schemeClr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the initial 4-qubit state, meaning all four qubits start in the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sz="16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5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650" i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ar-AE" sz="1650" b="0" i="0" dirty="0">
                    <a:solidFill>
                      <a:schemeClr val="tx1">
                        <a:lumMod val="95000"/>
                      </a:schemeClr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 </a:t>
                </a:r>
                <a:r>
                  <a:rPr lang="en-US" sz="1650" b="0" i="0" dirty="0">
                    <a:solidFill>
                      <a:schemeClr val="tx1">
                        <a:lumMod val="95000"/>
                      </a:schemeClr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state.</a:t>
                </a:r>
              </a:p>
              <a:p>
                <a:pPr algn="l">
                  <a:lnSpc>
                    <a:spcPts val="1575"/>
                  </a:lnSpc>
                  <a:spcAft>
                    <a:spcPts val="45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50" b="0" i="0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5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⊗</m:t>
                    </m:r>
                    <m:r>
                      <a:rPr lang="en-US" sz="1650" i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1650" b="0" i="0" dirty="0">
                    <a:solidFill>
                      <a:schemeClr val="tx1">
                        <a:lumMod val="95000"/>
                      </a:schemeClr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: tensor product repeated over 4 qubits.</a:t>
                </a:r>
              </a:p>
              <a:p>
                <a:pPr algn="l">
                  <a:lnSpc>
                    <a:spcPts val="1575"/>
                  </a:lnSpc>
                  <a:spcAft>
                    <a:spcPts val="45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50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5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50" i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sz="16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sz="16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ar-AE" sz="16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sz="1650" i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∣0</m:t>
                    </m:r>
                    <m:sSup>
                      <m:sSupPr>
                        <m:ctrlPr>
                          <a:rPr lang="ar-AE" sz="165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"/>
                            <m:ctrlPr>
                              <a:rPr lang="ar-AE" sz="165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650" i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</m:d>
                      </m:e>
                      <m:sup>
                        <m:r>
                          <a:rPr lang="ar-AE" sz="1650" i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⊗4</m:t>
                        </m:r>
                      </m:sup>
                    </m:sSup>
                  </m:oMath>
                </a14:m>
                <a:r>
                  <a:rPr lang="ar-AE" sz="1650" b="0" i="0" dirty="0">
                    <a:solidFill>
                      <a:schemeClr val="tx1">
                        <a:lumMod val="95000"/>
                      </a:schemeClr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sz="1650" b="0" i="0" dirty="0">
                    <a:solidFill>
                      <a:schemeClr val="tx1">
                        <a:lumMod val="95000"/>
                      </a:schemeClr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the classical feature vector is transformed into an encoded 4-qubit quantum state.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19C04E0-CF5C-E602-D48C-A69C6FB29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212" y="4578314"/>
                <a:ext cx="9144000" cy="1809278"/>
              </a:xfrm>
              <a:prstGeom prst="rect">
                <a:avLst/>
              </a:prstGeom>
              <a:blipFill>
                <a:blip r:embed="rId3"/>
                <a:stretch>
                  <a:fillRect l="-416" t="-3472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0E48F5D9-6AB6-2F30-F44D-257F6F84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39FBC-5E6E-F246-9269-8C37940ED620}" type="datetime1">
              <a:rPr lang="en-US" smtClean="0"/>
              <a:t>4/24/26</a:t>
            </a:fld>
            <a:endParaRPr lang="en-US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D7291989-30D8-486B-AE67-A4E6D380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A84C6B4A-FBBB-7665-2587-4A96A8EE6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6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76E5F-E39C-C05D-1ACA-379FED86D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03F4A-DD2B-8B82-8640-533AD7987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2" y="-181447"/>
            <a:ext cx="11277600" cy="7921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Pre- and Post-Defoliation Field Scenes with Detected Cotton Regions</a:t>
            </a:r>
            <a:endParaRPr lang="en-US" sz="2400" b="1" dirty="0">
              <a:solidFill>
                <a:schemeClr val="tx2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19742F-43AD-9256-B9AC-6330B528C289}"/>
              </a:ext>
            </a:extLst>
          </p:cNvPr>
          <p:cNvSpPr txBox="1">
            <a:spLocks/>
          </p:cNvSpPr>
          <p:nvPr/>
        </p:nvSpPr>
        <p:spPr>
          <a:xfrm>
            <a:off x="760412" y="339603"/>
            <a:ext cx="11277600" cy="7921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UAV imagery shows the field before and after defoliation, alongside the corresponding detected cotton regions used for scene-level qualitative assessment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52335B-C43C-1ED1-F325-4470FC190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212" y="1143000"/>
            <a:ext cx="6019800" cy="4783042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85946B1-8C16-EA8F-C120-AFA5D1A8E000}"/>
              </a:ext>
            </a:extLst>
          </p:cNvPr>
          <p:cNvSpPr txBox="1"/>
          <p:nvPr/>
        </p:nvSpPr>
        <p:spPr>
          <a:xfrm>
            <a:off x="6433" y="5981470"/>
            <a:ext cx="1240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Figure 8: (a)</a:t>
            </a:r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Pre-defoliation UAV scene, </a:t>
            </a:r>
            <a:r>
              <a:rPr lang="en-US" sz="1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(b)</a:t>
            </a:r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detected cotton regions before defoliation, </a:t>
            </a:r>
            <a:r>
              <a:rPr lang="en-US" sz="1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(c)</a:t>
            </a:r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post-defoliation UAV scene,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(d)</a:t>
            </a:r>
            <a:r>
              <a:rPr lang="en-US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detected cotton regions after defoliation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0A9DCE2A-5543-E4B7-8891-CE9054F4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A8133-F287-0446-A365-3E6474B2475A}" type="datetime1">
              <a:rPr lang="en-US" smtClean="0"/>
              <a:t>4/24/26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2DC9BA25-23BA-8B76-ECD2-56EFF2214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SPIE 2026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73527DA-083B-1E3B-D051-EB5DC445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30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C66FD-99F5-415D-C5E8-A958A5645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1BEDD-712F-8A13-CDCB-274438AE1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2" y="-181447"/>
            <a:ext cx="11277600" cy="792163"/>
          </a:xfrm>
        </p:spPr>
        <p:txBody>
          <a:bodyPr>
            <a:normAutofit/>
          </a:bodyPr>
          <a:lstStyle/>
          <a:p>
            <a:r>
              <a:rPr lang="en-US" sz="2400" b="1" dirty="0"/>
              <a:t>Robustness Across Imaging Conditions</a:t>
            </a:r>
            <a:endParaRPr lang="en-US" sz="2400" b="1" dirty="0">
              <a:solidFill>
                <a:schemeClr val="tx2">
                  <a:lumMod val="20000"/>
                  <a:lumOff val="8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ACC9F8F-45B5-B4EC-E045-930D84BA14FE}"/>
              </a:ext>
            </a:extLst>
          </p:cNvPr>
          <p:cNvSpPr txBox="1">
            <a:spLocks/>
          </p:cNvSpPr>
          <p:nvPr/>
        </p:nvSpPr>
        <p:spPr>
          <a:xfrm>
            <a:off x="760412" y="339603"/>
            <a:ext cx="11277600" cy="7921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The table compares subset-selection methods under fog, glare, shadow, and additive noise to evaluate how stable each selected feature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534C53-8AC9-3770-08B5-C4DDE66AFA00}"/>
              </a:ext>
            </a:extLst>
          </p:cNvPr>
          <p:cNvSpPr>
            <a:spLocks noGrp="1"/>
          </p:cNvSpPr>
          <p:nvPr/>
        </p:nvSpPr>
        <p:spPr>
          <a:xfrm>
            <a:off x="1217612" y="1447800"/>
            <a:ext cx="3048000" cy="533400"/>
          </a:xfrm>
          <a:prstGeom prst="rect">
            <a:avLst/>
          </a:prstGeom>
          <a:solidFill>
            <a:schemeClr val="accent6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F75626-2516-F6CA-B213-E792C7BE5CE7}"/>
              </a:ext>
            </a:extLst>
          </p:cNvPr>
          <p:cNvSpPr>
            <a:spLocks noGrp="1"/>
          </p:cNvSpPr>
          <p:nvPr/>
        </p:nvSpPr>
        <p:spPr>
          <a:xfrm>
            <a:off x="1331912" y="1581150"/>
            <a:ext cx="2819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650" b="1" dirty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454588-E050-6F0C-2D79-82FB64126890}"/>
              </a:ext>
            </a:extLst>
          </p:cNvPr>
          <p:cNvSpPr>
            <a:spLocks noGrp="1"/>
          </p:cNvSpPr>
          <p:nvPr/>
        </p:nvSpPr>
        <p:spPr>
          <a:xfrm>
            <a:off x="4265612" y="1447800"/>
            <a:ext cx="1524000" cy="533400"/>
          </a:xfrm>
          <a:prstGeom prst="rect">
            <a:avLst/>
          </a:prstGeom>
          <a:solidFill>
            <a:schemeClr val="accent6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C9C00C-D718-4376-667D-EB4A9AAA0C4B}"/>
              </a:ext>
            </a:extLst>
          </p:cNvPr>
          <p:cNvSpPr>
            <a:spLocks noGrp="1"/>
          </p:cNvSpPr>
          <p:nvPr/>
        </p:nvSpPr>
        <p:spPr>
          <a:xfrm>
            <a:off x="4379912" y="1581150"/>
            <a:ext cx="1295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Fog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7E7451-CDA7-50EE-2D52-791EC3B765E0}"/>
              </a:ext>
            </a:extLst>
          </p:cNvPr>
          <p:cNvSpPr>
            <a:spLocks noGrp="1"/>
          </p:cNvSpPr>
          <p:nvPr/>
        </p:nvSpPr>
        <p:spPr>
          <a:xfrm>
            <a:off x="5789612" y="1447800"/>
            <a:ext cx="1524000" cy="533400"/>
          </a:xfrm>
          <a:prstGeom prst="rect">
            <a:avLst/>
          </a:prstGeom>
          <a:solidFill>
            <a:schemeClr val="accent6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E6A485-EA6F-5F4A-2B69-E425B9EDB3CB}"/>
              </a:ext>
            </a:extLst>
          </p:cNvPr>
          <p:cNvSpPr>
            <a:spLocks noGrp="1"/>
          </p:cNvSpPr>
          <p:nvPr/>
        </p:nvSpPr>
        <p:spPr>
          <a:xfrm>
            <a:off x="5903912" y="1581150"/>
            <a:ext cx="1295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Glare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D7F600-3533-CD68-E98B-FD5CD9AAB0C5}"/>
              </a:ext>
            </a:extLst>
          </p:cNvPr>
          <p:cNvSpPr>
            <a:spLocks noGrp="1"/>
          </p:cNvSpPr>
          <p:nvPr/>
        </p:nvSpPr>
        <p:spPr>
          <a:xfrm>
            <a:off x="7313612" y="1447800"/>
            <a:ext cx="1524000" cy="533400"/>
          </a:xfrm>
          <a:prstGeom prst="rect">
            <a:avLst/>
          </a:prstGeom>
          <a:solidFill>
            <a:schemeClr val="accent6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D03C0A-706C-19A5-E697-CD20C3D461D6}"/>
              </a:ext>
            </a:extLst>
          </p:cNvPr>
          <p:cNvSpPr>
            <a:spLocks noGrp="1"/>
          </p:cNvSpPr>
          <p:nvPr/>
        </p:nvSpPr>
        <p:spPr>
          <a:xfrm>
            <a:off x="7427912" y="1581150"/>
            <a:ext cx="1295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650" b="1" dirty="0">
                <a:solidFill>
                  <a:srgbClr val="FFFFFF"/>
                </a:solidFill>
              </a:rPr>
              <a:t>Shadow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599740-37CA-F884-565F-0EA183E51787}"/>
              </a:ext>
            </a:extLst>
          </p:cNvPr>
          <p:cNvSpPr>
            <a:spLocks noGrp="1"/>
          </p:cNvSpPr>
          <p:nvPr/>
        </p:nvSpPr>
        <p:spPr>
          <a:xfrm>
            <a:off x="8837612" y="1447800"/>
            <a:ext cx="2381250" cy="533400"/>
          </a:xfrm>
          <a:prstGeom prst="rect">
            <a:avLst/>
          </a:prstGeom>
          <a:solidFill>
            <a:schemeClr val="accent6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3A5A31-6628-A57E-3A32-D105A9F4DA41}"/>
              </a:ext>
            </a:extLst>
          </p:cNvPr>
          <p:cNvSpPr>
            <a:spLocks noGrp="1"/>
          </p:cNvSpPr>
          <p:nvPr/>
        </p:nvSpPr>
        <p:spPr>
          <a:xfrm>
            <a:off x="8951912" y="1581150"/>
            <a:ext cx="2152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Noise (σ = 0.15)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73671A-6B65-D1DA-0D75-7668180D2F25}"/>
              </a:ext>
            </a:extLst>
          </p:cNvPr>
          <p:cNvSpPr>
            <a:spLocks noGrp="1"/>
          </p:cNvSpPr>
          <p:nvPr/>
        </p:nvSpPr>
        <p:spPr>
          <a:xfrm>
            <a:off x="1217612" y="1981200"/>
            <a:ext cx="3048000" cy="533400"/>
          </a:xfrm>
          <a:prstGeom prst="rect">
            <a:avLst/>
          </a:prstGeom>
          <a:solidFill>
            <a:srgbClr val="EEF5FF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2ABB56-C4A1-868D-BA91-C2A4844FC6C2}"/>
              </a:ext>
            </a:extLst>
          </p:cNvPr>
          <p:cNvSpPr>
            <a:spLocks noGrp="1"/>
          </p:cNvSpPr>
          <p:nvPr/>
        </p:nvSpPr>
        <p:spPr>
          <a:xfrm>
            <a:off x="1312862" y="2105025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AgriQFS (QFS-k4)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BAD0344-6486-6CF0-47EF-B9FF084D0DE8}"/>
              </a:ext>
            </a:extLst>
          </p:cNvPr>
          <p:cNvSpPr>
            <a:spLocks noGrp="1"/>
          </p:cNvSpPr>
          <p:nvPr/>
        </p:nvSpPr>
        <p:spPr>
          <a:xfrm>
            <a:off x="4265612" y="1981200"/>
            <a:ext cx="1524000" cy="533400"/>
          </a:xfrm>
          <a:prstGeom prst="rect">
            <a:avLst/>
          </a:prstGeom>
          <a:solidFill>
            <a:srgbClr val="EEF5FF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B3873F-411E-7FEF-263E-A7420408C2DD}"/>
              </a:ext>
            </a:extLst>
          </p:cNvPr>
          <p:cNvSpPr>
            <a:spLocks noGrp="1"/>
          </p:cNvSpPr>
          <p:nvPr/>
        </p:nvSpPr>
        <p:spPr>
          <a:xfrm>
            <a:off x="4360862" y="2105025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0.8301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912668E-5CBB-6EB2-9DC3-B90A005AD300}"/>
              </a:ext>
            </a:extLst>
          </p:cNvPr>
          <p:cNvSpPr>
            <a:spLocks noGrp="1"/>
          </p:cNvSpPr>
          <p:nvPr/>
        </p:nvSpPr>
        <p:spPr>
          <a:xfrm>
            <a:off x="5789612" y="1981200"/>
            <a:ext cx="1524000" cy="533400"/>
          </a:xfrm>
          <a:prstGeom prst="rect">
            <a:avLst/>
          </a:prstGeom>
          <a:solidFill>
            <a:srgbClr val="EEF5FF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37EC94-647B-2320-F9A6-0B3F2A34C3E4}"/>
              </a:ext>
            </a:extLst>
          </p:cNvPr>
          <p:cNvSpPr>
            <a:spLocks noGrp="1"/>
          </p:cNvSpPr>
          <p:nvPr/>
        </p:nvSpPr>
        <p:spPr>
          <a:xfrm>
            <a:off x="5884862" y="2105025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0.6280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661CBC9-C4C4-6362-53E6-8AD4313BE87F}"/>
              </a:ext>
            </a:extLst>
          </p:cNvPr>
          <p:cNvSpPr>
            <a:spLocks noGrp="1"/>
          </p:cNvSpPr>
          <p:nvPr/>
        </p:nvSpPr>
        <p:spPr>
          <a:xfrm>
            <a:off x="7313612" y="1981200"/>
            <a:ext cx="1524000" cy="533400"/>
          </a:xfrm>
          <a:prstGeom prst="rect">
            <a:avLst/>
          </a:prstGeom>
          <a:solidFill>
            <a:srgbClr val="EEF5FF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12F947-6858-2062-44E0-DE21E6785C36}"/>
              </a:ext>
            </a:extLst>
          </p:cNvPr>
          <p:cNvSpPr>
            <a:spLocks noGrp="1"/>
          </p:cNvSpPr>
          <p:nvPr/>
        </p:nvSpPr>
        <p:spPr>
          <a:xfrm>
            <a:off x="7408862" y="2105025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0.7699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171AD3-5997-E651-66DD-8982B0F5937C}"/>
              </a:ext>
            </a:extLst>
          </p:cNvPr>
          <p:cNvSpPr>
            <a:spLocks noGrp="1"/>
          </p:cNvSpPr>
          <p:nvPr/>
        </p:nvSpPr>
        <p:spPr>
          <a:xfrm>
            <a:off x="8837612" y="1981200"/>
            <a:ext cx="2381250" cy="533400"/>
          </a:xfrm>
          <a:prstGeom prst="rect">
            <a:avLst/>
          </a:prstGeom>
          <a:solidFill>
            <a:srgbClr val="EEF5FF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19CA87F-A8D9-002C-8A9A-6BD7BE74DBDD}"/>
              </a:ext>
            </a:extLst>
          </p:cNvPr>
          <p:cNvSpPr>
            <a:spLocks noGrp="1"/>
          </p:cNvSpPr>
          <p:nvPr/>
        </p:nvSpPr>
        <p:spPr>
          <a:xfrm>
            <a:off x="8932862" y="2105025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0.4903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ED514D-6A51-9DA3-7AA1-0B6F90C3A276}"/>
              </a:ext>
            </a:extLst>
          </p:cNvPr>
          <p:cNvSpPr>
            <a:spLocks noGrp="1"/>
          </p:cNvSpPr>
          <p:nvPr/>
        </p:nvSpPr>
        <p:spPr>
          <a:xfrm>
            <a:off x="1217612" y="2514600"/>
            <a:ext cx="3048000" cy="533400"/>
          </a:xfrm>
          <a:prstGeom prst="rect">
            <a:avLst/>
          </a:prstGeom>
          <a:solidFill>
            <a:srgbClr val="F3F5F7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AE6BAC-82FB-E291-3793-E47E59C2D449}"/>
              </a:ext>
            </a:extLst>
          </p:cNvPr>
          <p:cNvSpPr>
            <a:spLocks noGrp="1"/>
          </p:cNvSpPr>
          <p:nvPr/>
        </p:nvSpPr>
        <p:spPr>
          <a:xfrm>
            <a:off x="1312862" y="2638425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MRMR (MI-k4)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293F358-E052-B978-F5D8-65670B1A51A7}"/>
              </a:ext>
            </a:extLst>
          </p:cNvPr>
          <p:cNvSpPr>
            <a:spLocks noGrp="1"/>
          </p:cNvSpPr>
          <p:nvPr/>
        </p:nvSpPr>
        <p:spPr>
          <a:xfrm>
            <a:off x="4265612" y="2514600"/>
            <a:ext cx="1524000" cy="533400"/>
          </a:xfrm>
          <a:prstGeom prst="rect">
            <a:avLst/>
          </a:prstGeom>
          <a:solidFill>
            <a:srgbClr val="F3F5F7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404AE9B-C495-A8DE-04F7-584B0CC9C127}"/>
              </a:ext>
            </a:extLst>
          </p:cNvPr>
          <p:cNvSpPr>
            <a:spLocks noGrp="1"/>
          </p:cNvSpPr>
          <p:nvPr/>
        </p:nvSpPr>
        <p:spPr>
          <a:xfrm>
            <a:off x="4360862" y="2638425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0.9054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377EC4A-64C4-85C3-0600-63BC9AA60FE6}"/>
              </a:ext>
            </a:extLst>
          </p:cNvPr>
          <p:cNvSpPr>
            <a:spLocks noGrp="1"/>
          </p:cNvSpPr>
          <p:nvPr/>
        </p:nvSpPr>
        <p:spPr>
          <a:xfrm>
            <a:off x="5789612" y="2514600"/>
            <a:ext cx="1524000" cy="533400"/>
          </a:xfrm>
          <a:prstGeom prst="rect">
            <a:avLst/>
          </a:prstGeom>
          <a:solidFill>
            <a:srgbClr val="F3F5F7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74373F5-FD4F-B238-67EB-8853C53986E5}"/>
              </a:ext>
            </a:extLst>
          </p:cNvPr>
          <p:cNvSpPr>
            <a:spLocks noGrp="1"/>
          </p:cNvSpPr>
          <p:nvPr/>
        </p:nvSpPr>
        <p:spPr>
          <a:xfrm>
            <a:off x="5884862" y="2638425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0.5935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C0AE0D9-E1AB-1260-7B88-2144EA344C7A}"/>
              </a:ext>
            </a:extLst>
          </p:cNvPr>
          <p:cNvSpPr>
            <a:spLocks noGrp="1"/>
          </p:cNvSpPr>
          <p:nvPr/>
        </p:nvSpPr>
        <p:spPr>
          <a:xfrm>
            <a:off x="7313612" y="2514600"/>
            <a:ext cx="1524000" cy="533400"/>
          </a:xfrm>
          <a:prstGeom prst="rect">
            <a:avLst/>
          </a:prstGeom>
          <a:solidFill>
            <a:srgbClr val="F3F5F7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E7D1E6D-77AD-9ED1-3A16-5A77C3368236}"/>
              </a:ext>
            </a:extLst>
          </p:cNvPr>
          <p:cNvSpPr>
            <a:spLocks noGrp="1"/>
          </p:cNvSpPr>
          <p:nvPr/>
        </p:nvSpPr>
        <p:spPr>
          <a:xfrm>
            <a:off x="7408862" y="2638425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0.9634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EF65646-524E-4A07-CC1C-836626EB023C}"/>
              </a:ext>
            </a:extLst>
          </p:cNvPr>
          <p:cNvSpPr>
            <a:spLocks noGrp="1"/>
          </p:cNvSpPr>
          <p:nvPr/>
        </p:nvSpPr>
        <p:spPr>
          <a:xfrm>
            <a:off x="8837612" y="2514600"/>
            <a:ext cx="2381250" cy="533400"/>
          </a:xfrm>
          <a:prstGeom prst="rect">
            <a:avLst/>
          </a:prstGeom>
          <a:solidFill>
            <a:srgbClr val="F3F5F7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88CE52F-C76E-6F02-492F-4D30DD22568A}"/>
              </a:ext>
            </a:extLst>
          </p:cNvPr>
          <p:cNvSpPr>
            <a:spLocks noGrp="1"/>
          </p:cNvSpPr>
          <p:nvPr/>
        </p:nvSpPr>
        <p:spPr>
          <a:xfrm>
            <a:off x="8932862" y="2638425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0.4624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4D33FF7-A80A-FFDB-404E-BC9A88030AB3}"/>
              </a:ext>
            </a:extLst>
          </p:cNvPr>
          <p:cNvSpPr>
            <a:spLocks noGrp="1"/>
          </p:cNvSpPr>
          <p:nvPr/>
        </p:nvSpPr>
        <p:spPr>
          <a:xfrm>
            <a:off x="1217612" y="3048000"/>
            <a:ext cx="3048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A8B6E8D-10F3-4AA9-5257-C2CD613DC623}"/>
              </a:ext>
            </a:extLst>
          </p:cNvPr>
          <p:cNvSpPr>
            <a:spLocks noGrp="1"/>
          </p:cNvSpPr>
          <p:nvPr/>
        </p:nvSpPr>
        <p:spPr>
          <a:xfrm>
            <a:off x="1312862" y="3171825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RFE-k4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090E424-C767-E490-50A3-3E58994D173E}"/>
              </a:ext>
            </a:extLst>
          </p:cNvPr>
          <p:cNvSpPr>
            <a:spLocks noGrp="1"/>
          </p:cNvSpPr>
          <p:nvPr/>
        </p:nvSpPr>
        <p:spPr>
          <a:xfrm>
            <a:off x="4265612" y="3048000"/>
            <a:ext cx="1524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A2EC0DA-67F8-D9AF-A043-73B2AF4A4431}"/>
              </a:ext>
            </a:extLst>
          </p:cNvPr>
          <p:cNvSpPr>
            <a:spLocks noGrp="1"/>
          </p:cNvSpPr>
          <p:nvPr/>
        </p:nvSpPr>
        <p:spPr>
          <a:xfrm>
            <a:off x="4360862" y="3171825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0.8667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E9B4EC9-95D2-B53E-B43D-E832064F0CC3}"/>
              </a:ext>
            </a:extLst>
          </p:cNvPr>
          <p:cNvSpPr>
            <a:spLocks noGrp="1"/>
          </p:cNvSpPr>
          <p:nvPr/>
        </p:nvSpPr>
        <p:spPr>
          <a:xfrm>
            <a:off x="5789612" y="3048000"/>
            <a:ext cx="1524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D619797-9F33-3360-D853-B2E91108F3DE}"/>
              </a:ext>
            </a:extLst>
          </p:cNvPr>
          <p:cNvSpPr>
            <a:spLocks noGrp="1"/>
          </p:cNvSpPr>
          <p:nvPr/>
        </p:nvSpPr>
        <p:spPr>
          <a:xfrm>
            <a:off x="5884862" y="3171825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0.6237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7DDA4D9-8BDC-B7DE-D663-F8A07002F0ED}"/>
              </a:ext>
            </a:extLst>
          </p:cNvPr>
          <p:cNvSpPr>
            <a:spLocks noGrp="1"/>
          </p:cNvSpPr>
          <p:nvPr/>
        </p:nvSpPr>
        <p:spPr>
          <a:xfrm>
            <a:off x="7313612" y="3048000"/>
            <a:ext cx="1524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CE6D8A-B150-5DB8-09C5-11C3CB5DD703}"/>
              </a:ext>
            </a:extLst>
          </p:cNvPr>
          <p:cNvSpPr>
            <a:spLocks noGrp="1"/>
          </p:cNvSpPr>
          <p:nvPr/>
        </p:nvSpPr>
        <p:spPr>
          <a:xfrm>
            <a:off x="7408862" y="3171825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0.7699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78AB70A-6B91-8A86-BBF1-58EC3956D1A6}"/>
              </a:ext>
            </a:extLst>
          </p:cNvPr>
          <p:cNvSpPr>
            <a:spLocks noGrp="1"/>
          </p:cNvSpPr>
          <p:nvPr/>
        </p:nvSpPr>
        <p:spPr>
          <a:xfrm>
            <a:off x="8837612" y="3048000"/>
            <a:ext cx="2381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BA2EE57-DC90-EE85-60A9-E19B5B80905E}"/>
              </a:ext>
            </a:extLst>
          </p:cNvPr>
          <p:cNvSpPr>
            <a:spLocks noGrp="1"/>
          </p:cNvSpPr>
          <p:nvPr/>
        </p:nvSpPr>
        <p:spPr>
          <a:xfrm>
            <a:off x="8932862" y="3171825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0.4516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16741AF-68A8-45FC-8E1B-D93848ABEF41}"/>
              </a:ext>
            </a:extLst>
          </p:cNvPr>
          <p:cNvSpPr>
            <a:spLocks noGrp="1"/>
          </p:cNvSpPr>
          <p:nvPr/>
        </p:nvSpPr>
        <p:spPr>
          <a:xfrm>
            <a:off x="1217612" y="3581400"/>
            <a:ext cx="3048000" cy="533400"/>
          </a:xfrm>
          <a:prstGeom prst="rect">
            <a:avLst/>
          </a:prstGeom>
          <a:solidFill>
            <a:srgbClr val="F3F5F7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32F871-5858-8264-A8A8-D1507A5E1890}"/>
              </a:ext>
            </a:extLst>
          </p:cNvPr>
          <p:cNvSpPr>
            <a:spLocks noGrp="1"/>
          </p:cNvSpPr>
          <p:nvPr/>
        </p:nvSpPr>
        <p:spPr>
          <a:xfrm>
            <a:off x="1312862" y="3705225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NonExG-k4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4E9CFCC-1638-51D3-FFB4-C504480493D1}"/>
              </a:ext>
            </a:extLst>
          </p:cNvPr>
          <p:cNvSpPr>
            <a:spLocks noGrp="1"/>
          </p:cNvSpPr>
          <p:nvPr/>
        </p:nvSpPr>
        <p:spPr>
          <a:xfrm>
            <a:off x="4265612" y="3581400"/>
            <a:ext cx="1524000" cy="533400"/>
          </a:xfrm>
          <a:prstGeom prst="rect">
            <a:avLst/>
          </a:prstGeom>
          <a:solidFill>
            <a:srgbClr val="F3F5F7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8A0572F-87DB-1DCC-11CE-C955967AE00C}"/>
              </a:ext>
            </a:extLst>
          </p:cNvPr>
          <p:cNvSpPr>
            <a:spLocks noGrp="1"/>
          </p:cNvSpPr>
          <p:nvPr/>
        </p:nvSpPr>
        <p:spPr>
          <a:xfrm>
            <a:off x="4360862" y="3705225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0.7333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566F0EA-103D-F539-2CEB-F49BDB7F63FA}"/>
              </a:ext>
            </a:extLst>
          </p:cNvPr>
          <p:cNvSpPr>
            <a:spLocks noGrp="1"/>
          </p:cNvSpPr>
          <p:nvPr/>
        </p:nvSpPr>
        <p:spPr>
          <a:xfrm>
            <a:off x="5789612" y="3581400"/>
            <a:ext cx="1524000" cy="533400"/>
          </a:xfrm>
          <a:prstGeom prst="rect">
            <a:avLst/>
          </a:prstGeom>
          <a:solidFill>
            <a:srgbClr val="F3F5F7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E12A870-7E98-3932-D538-57B3C1612AD7}"/>
              </a:ext>
            </a:extLst>
          </p:cNvPr>
          <p:cNvSpPr>
            <a:spLocks noGrp="1"/>
          </p:cNvSpPr>
          <p:nvPr/>
        </p:nvSpPr>
        <p:spPr>
          <a:xfrm>
            <a:off x="5884862" y="3705225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0.5742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F933D58-0C1F-5EEE-DC8A-8D0C9CBA0159}"/>
              </a:ext>
            </a:extLst>
          </p:cNvPr>
          <p:cNvSpPr>
            <a:spLocks noGrp="1"/>
          </p:cNvSpPr>
          <p:nvPr/>
        </p:nvSpPr>
        <p:spPr>
          <a:xfrm>
            <a:off x="7313612" y="3581400"/>
            <a:ext cx="1524000" cy="533400"/>
          </a:xfrm>
          <a:prstGeom prst="rect">
            <a:avLst/>
          </a:prstGeom>
          <a:solidFill>
            <a:srgbClr val="F3F5F7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05101C4-DBE5-3AC1-23E7-990B407B77AE}"/>
              </a:ext>
            </a:extLst>
          </p:cNvPr>
          <p:cNvSpPr>
            <a:spLocks noGrp="1"/>
          </p:cNvSpPr>
          <p:nvPr/>
        </p:nvSpPr>
        <p:spPr>
          <a:xfrm>
            <a:off x="7408862" y="3705225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0.7699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59312C0-1238-7B5D-1615-B65909BA37EE}"/>
              </a:ext>
            </a:extLst>
          </p:cNvPr>
          <p:cNvSpPr>
            <a:spLocks noGrp="1"/>
          </p:cNvSpPr>
          <p:nvPr/>
        </p:nvSpPr>
        <p:spPr>
          <a:xfrm>
            <a:off x="8837612" y="3581400"/>
            <a:ext cx="2381250" cy="533400"/>
          </a:xfrm>
          <a:prstGeom prst="rect">
            <a:avLst/>
          </a:prstGeom>
          <a:solidFill>
            <a:srgbClr val="F3F5F7"/>
          </a:solidFill>
          <a:ln w="9525">
            <a:solidFill>
              <a:srgbClr val="D7DDE5"/>
            </a:solidFill>
            <a:prstDash val="solid"/>
          </a:ln>
        </p:spPr>
        <p:txBody>
          <a:bodyPr/>
          <a:lstStyle/>
          <a:p>
            <a:pPr algn="ctr"/>
            <a:endParaRPr lang="en-US" sz="16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33E2102-36E5-35A1-90B9-766123EF1793}"/>
              </a:ext>
            </a:extLst>
          </p:cNvPr>
          <p:cNvSpPr>
            <a:spLocks noGrp="1"/>
          </p:cNvSpPr>
          <p:nvPr/>
        </p:nvSpPr>
        <p:spPr>
          <a:xfrm>
            <a:off x="8932862" y="3705225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0.4602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D521DE0-7150-9784-9753-10BFB95366CF}"/>
              </a:ext>
            </a:extLst>
          </p:cNvPr>
          <p:cNvSpPr txBox="1"/>
          <p:nvPr/>
        </p:nvSpPr>
        <p:spPr>
          <a:xfrm>
            <a:off x="1282198" y="4787682"/>
            <a:ext cx="10515600" cy="1109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AgriQFS (QFS-k4):</a:t>
            </a:r>
            <a:r>
              <a:rPr lang="en-US" sz="165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Agricultural Quantum Feature Selection, using a quantum-emulated search to select 4 features.</a:t>
            </a: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MRMR (MI-k4):</a:t>
            </a:r>
            <a:r>
              <a:rPr lang="en-US" sz="165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Minimum Redundancy Maximum Relevance, a mutual-information filter baseline with 4 features.</a:t>
            </a: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RFE-k4:</a:t>
            </a:r>
            <a:r>
              <a:rPr lang="en-US" sz="165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Recursive Feature Elimination, a wrapper-based 4-feature baseline.</a:t>
            </a: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NonExG-k4:</a:t>
            </a:r>
            <a:r>
              <a:rPr lang="en-US" sz="165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an ablation baseline excluding the Excess Green cue to test subset dependence.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DB57FAB-92DD-AB57-2D44-FE9F0496846B}"/>
              </a:ext>
            </a:extLst>
          </p:cNvPr>
          <p:cNvSpPr txBox="1"/>
          <p:nvPr/>
        </p:nvSpPr>
        <p:spPr>
          <a:xfrm>
            <a:off x="760412" y="6011142"/>
            <a:ext cx="10667999" cy="507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75"/>
              </a:lnSpc>
              <a:buNone/>
            </a:pPr>
            <a:r>
              <a:rPr lang="en-US" sz="165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Our framework is more effective because it performs interaction-aware subset selection, allowing complementary spectral and textural cues to be chosen jointly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E84720B-DD70-62BB-98D1-430580CFC85F}"/>
              </a:ext>
            </a:extLst>
          </p:cNvPr>
          <p:cNvSpPr txBox="1"/>
          <p:nvPr/>
        </p:nvSpPr>
        <p:spPr>
          <a:xfrm>
            <a:off x="3038390" y="4147059"/>
            <a:ext cx="611204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5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Table 1 :Comparative Robustness of Feature-Selection Methods</a:t>
            </a:r>
            <a:endParaRPr lang="en-US" sz="16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Date Placeholder 74">
            <a:extLst>
              <a:ext uri="{FF2B5EF4-FFF2-40B4-BE49-F238E27FC236}">
                <a16:creationId xmlns:a16="http://schemas.microsoft.com/office/drawing/2014/main" id="{CAA34873-32D1-A63B-0A4A-D9DDBBC1B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FDE4D-05FB-3243-87BC-65E7C3575CC4}" type="datetime1">
              <a:rPr lang="en-US" smtClean="0"/>
              <a:t>4/24/26</a:t>
            </a:fld>
            <a:endParaRPr lang="en-US"/>
          </a:p>
        </p:txBody>
      </p:sp>
      <p:sp>
        <p:nvSpPr>
          <p:cNvPr id="76" name="Footer Placeholder 75">
            <a:extLst>
              <a:ext uri="{FF2B5EF4-FFF2-40B4-BE49-F238E27FC236}">
                <a16:creationId xmlns:a16="http://schemas.microsoft.com/office/drawing/2014/main" id="{0C03AAF2-7936-43B5-451B-7D0CAACAA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77" name="Slide Number Placeholder 76">
            <a:extLst>
              <a:ext uri="{FF2B5EF4-FFF2-40B4-BE49-F238E27FC236}">
                <a16:creationId xmlns:a16="http://schemas.microsoft.com/office/drawing/2014/main" id="{6B628F1D-6B1C-2B74-0895-8ADB01B8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84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313D8-87DD-E0F1-6607-72E843B9D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46C6A-B926-4D26-6211-D2AAFA968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2" y="-181447"/>
            <a:ext cx="11277600" cy="7921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Robustness Landscape Across Perturbed Imaging Conditions</a:t>
            </a:r>
            <a:r>
              <a:rPr lang="en-US" sz="24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591F228-9F14-AE76-9ED3-B033AE799301}"/>
              </a:ext>
            </a:extLst>
          </p:cNvPr>
          <p:cNvSpPr txBox="1">
            <a:spLocks/>
          </p:cNvSpPr>
          <p:nvPr/>
        </p:nvSpPr>
        <p:spPr>
          <a:xfrm>
            <a:off x="760412" y="339603"/>
            <a:ext cx="11277600" cy="7921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 fontScale="55000" lnSpcReduction="20000"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The heatmap compares subset-selection strategies across clean and perturbed conditions to reveal where quantum-guided feature selection remains most competitive under field-relevant stress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B2A8CC-6394-A9AD-9BE0-95A8FFE5F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212" y="1414462"/>
            <a:ext cx="5867400" cy="402907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DED41CA-D91C-08FC-89DA-556419B778ED}"/>
              </a:ext>
            </a:extLst>
          </p:cNvPr>
          <p:cNvSpPr txBox="1"/>
          <p:nvPr/>
        </p:nvSpPr>
        <p:spPr>
          <a:xfrm>
            <a:off x="2513012" y="5648593"/>
            <a:ext cx="6935788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75"/>
              </a:lnSpc>
              <a:buNone/>
            </a:pPr>
            <a:r>
              <a:rPr lang="en-US" sz="1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Figure 9: Condition-Wise Accuracy of QFS, </a:t>
            </a:r>
            <a:r>
              <a:rPr lang="en-US" sz="1400" b="1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NonExG</a:t>
            </a:r>
            <a:r>
              <a:rPr lang="en-US" sz="1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and Mutual-Information Baselines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E9F760C4-A871-BBD3-7966-4DDB24FE8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FF81-68F0-A341-8B3B-A89FBF6AD6FA}" type="datetime1">
              <a:rPr lang="en-US" smtClean="0"/>
              <a:t>4/24/26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28EE397-C27D-8F04-57D8-90EA79AA5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881B4BCF-E026-DD68-05AF-9166D49AD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89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2CB2C-CF74-A650-42FE-79CAE6109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04F6F-4CF3-E531-B8A7-3A6AD22CF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2" y="-181447"/>
            <a:ext cx="11277600" cy="792163"/>
          </a:xfrm>
        </p:spPr>
        <p:txBody>
          <a:bodyPr>
            <a:normAutofit/>
          </a:bodyPr>
          <a:lstStyle/>
          <a:p>
            <a:r>
              <a:rPr lang="en-US" sz="2400" b="1" dirty="0"/>
              <a:t>Conclusion</a:t>
            </a:r>
            <a:endParaRPr lang="en-US" sz="2400" b="1" dirty="0">
              <a:solidFill>
                <a:schemeClr val="tx2">
                  <a:lumMod val="20000"/>
                  <a:lumOff val="8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4645BA-5A1B-3FB2-F165-EDC583543658}"/>
              </a:ext>
            </a:extLst>
          </p:cNvPr>
          <p:cNvSpPr txBox="1">
            <a:spLocks/>
          </p:cNvSpPr>
          <p:nvPr/>
        </p:nvSpPr>
        <p:spPr>
          <a:xfrm>
            <a:off x="760412" y="339603"/>
            <a:ext cx="11277600" cy="7921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The study shows that quantum-guided subset selection can produce compact, interpretable feature sets for cotton defoliation assessment from UAV imagery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A3BED-B45F-3DD9-6BE5-57A6D4A88C2B}"/>
              </a:ext>
            </a:extLst>
          </p:cNvPr>
          <p:cNvSpPr txBox="1"/>
          <p:nvPr/>
        </p:nvSpPr>
        <p:spPr>
          <a:xfrm>
            <a:off x="912812" y="1524000"/>
            <a:ext cx="10515600" cy="4021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This work presented a </a:t>
            </a:r>
            <a:r>
              <a:rPr lang="en-US" sz="165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hybrid quantum-classical framework</a:t>
            </a:r>
            <a:r>
              <a:rPr lang="en-US" sz="165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for feature selection in cotton defoliation monitoring from UAV imagery.</a:t>
            </a: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</a:pPr>
            <a:endParaRPr lang="en-US" sz="165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The method operates on </a:t>
            </a:r>
            <a:r>
              <a:rPr lang="en-US" sz="165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interpretable spectral, textural, and structural descriptors.</a:t>
            </a: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</a:pPr>
            <a:endParaRPr lang="en-US" sz="165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The results show that </a:t>
            </a:r>
            <a:r>
              <a:rPr lang="en-US" sz="165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AgriQFS identifies a compact subset</a:t>
            </a:r>
            <a:r>
              <a:rPr lang="en-US" sz="165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that preserves discriminative structure between pre- and post-defoliation states.</a:t>
            </a: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</a:pPr>
            <a:endParaRPr lang="en-US" sz="165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Under clean conditions, the framework achieves strong performance while also maintaining </a:t>
            </a:r>
            <a:r>
              <a:rPr lang="en-US" sz="165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low false-positive behavior</a:t>
            </a:r>
            <a:r>
              <a:rPr lang="en-US" sz="165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which is important for field reliability.</a:t>
            </a: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</a:pPr>
            <a:endParaRPr lang="en-US" sz="165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Under perturbed conditions, the method is </a:t>
            </a:r>
            <a:r>
              <a:rPr lang="en-US" sz="165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not uniformly best across every scenario</a:t>
            </a:r>
            <a:r>
              <a:rPr lang="en-US" sz="165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but it remains competitive and shows its clearest value in regimes where </a:t>
            </a:r>
            <a:r>
              <a:rPr lang="en-US" sz="165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interaction-aware selection</a:t>
            </a:r>
            <a:r>
              <a:rPr lang="en-US" sz="165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matters.</a:t>
            </a: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</a:pPr>
            <a:endParaRPr lang="en-US" sz="165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5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Overall, supports the idea that </a:t>
            </a:r>
            <a:r>
              <a:rPr lang="en-US" sz="165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quantum-emulated feature selection is scientifically useful as a subset-discovery mechanism</a:t>
            </a:r>
            <a:r>
              <a:rPr lang="en-US" sz="165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even when final inference remains classical method.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4564654-4584-285E-6F07-F2FAAC41A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E73A-9D44-5447-8CCA-9DCA7576F680}" type="datetime1">
              <a:rPr lang="en-US" smtClean="0"/>
              <a:t>4/24/26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6147D76-CA77-0B54-BD54-39E4B56C7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CEF4EC6-2109-8B8E-2082-E024F50D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02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C4BFB-919B-F07F-DE47-0B700CEC1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EC2FA-0FA4-C3F3-8C12-1FAD557E9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2" y="-181447"/>
            <a:ext cx="11277600" cy="792163"/>
          </a:xfrm>
        </p:spPr>
        <p:txBody>
          <a:bodyPr>
            <a:normAutofit/>
          </a:bodyPr>
          <a:lstStyle/>
          <a:p>
            <a:r>
              <a:rPr lang="en-US" sz="2400" b="1" dirty="0"/>
              <a:t>Future Work</a:t>
            </a:r>
            <a:endParaRPr lang="en-US" sz="2400" b="1" dirty="0">
              <a:solidFill>
                <a:schemeClr val="tx2">
                  <a:lumMod val="20000"/>
                  <a:lumOff val="8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8D8A6E-2F5F-92EC-3EE1-6D61B5E11B62}"/>
              </a:ext>
            </a:extLst>
          </p:cNvPr>
          <p:cNvSpPr txBox="1"/>
          <p:nvPr/>
        </p:nvSpPr>
        <p:spPr>
          <a:xfrm>
            <a:off x="912812" y="1046002"/>
            <a:ext cx="8686800" cy="2743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Extend the framework from the current descriptor space to </a:t>
            </a:r>
            <a:r>
              <a:rPr lang="en-US" sz="18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larger and more  diverse feature sets</a:t>
            </a:r>
            <a:r>
              <a:rPr lang="en-US" sz="1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including multispectral or hyperspectral imaging data.</a:t>
            </a: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</a:pPr>
            <a:endParaRPr lang="en-US" sz="18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Evaluate the method across </a:t>
            </a:r>
            <a:r>
              <a:rPr lang="en-US" sz="18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additional seasons, fields, cultivars, and acquisition conditions</a:t>
            </a:r>
            <a:r>
              <a:rPr lang="en-US" sz="1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to test generalization beyond the current study setup. </a:t>
            </a:r>
          </a:p>
          <a:p>
            <a:pPr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</a:pPr>
            <a:endParaRPr lang="en-US" sz="18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Investigate whether the framework can support </a:t>
            </a:r>
            <a:r>
              <a:rPr lang="en-US" sz="18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finer-grained defoliation estimation</a:t>
            </a:r>
            <a:r>
              <a:rPr lang="en-US" sz="1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mo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re than </a:t>
            </a:r>
            <a:r>
              <a:rPr lang="en-US" sz="1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pre-/post-defoliation discrimination.</a:t>
            </a:r>
          </a:p>
          <a:p>
            <a:pPr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</a:pPr>
            <a:endParaRPr lang="en-US" sz="18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Integrate the method into a broader 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precision-agriculture LLM decision pipeline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where robust feature selection supports prescription mapping and field-scale monitoring</a:t>
            </a:r>
            <a:endParaRPr lang="en-US" sz="18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DDBFFA3-E9D1-90FB-A145-08FDC8C22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46311-1BBB-C241-A8A4-6E7D6AE69494}" type="datetime1">
              <a:rPr lang="en-US" smtClean="0"/>
              <a:t>4/24/26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3CFDB2F-A2FD-1620-62B9-7822BDBB1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38B8778-C39C-A95C-5C97-A6D0E63E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74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8596F-77E7-03CA-4339-5D10CD281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99F1A-493D-FD2B-6680-4E8AB3C67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791" y="-232636"/>
            <a:ext cx="11277600" cy="792163"/>
          </a:xfrm>
        </p:spPr>
        <p:txBody>
          <a:bodyPr>
            <a:normAutofit/>
          </a:bodyPr>
          <a:lstStyle/>
          <a:p>
            <a:r>
              <a:rPr lang="en-US" sz="2400" b="1" dirty="0"/>
              <a:t>Publications and Accepted Work</a:t>
            </a:r>
            <a:endParaRPr lang="en-US" sz="2400" b="1" dirty="0">
              <a:solidFill>
                <a:schemeClr val="tx2">
                  <a:lumMod val="20000"/>
                  <a:lumOff val="8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F45A10-D897-B383-E1D2-5C5220BDC11C}"/>
              </a:ext>
            </a:extLst>
          </p:cNvPr>
          <p:cNvSpPr txBox="1">
            <a:spLocks/>
          </p:cNvSpPr>
          <p:nvPr/>
        </p:nvSpPr>
        <p:spPr>
          <a:xfrm>
            <a:off x="760412" y="280855"/>
            <a:ext cx="11277600" cy="7921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1D9CD6-1908-B007-B847-FDB56561E035}"/>
              </a:ext>
            </a:extLst>
          </p:cNvPr>
          <p:cNvSpPr txBox="1"/>
          <p:nvPr/>
        </p:nvSpPr>
        <p:spPr>
          <a:xfrm>
            <a:off x="862792" y="838200"/>
            <a:ext cx="1071802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H. Manjunatha, P. Sundaravadivel, S. Borah, L. Tamil, P. Knight, H. Torbert, S. Kumpatla, "Beyond  Green: Domain-Aware Self-Validated Instance Counting for Loropetalum and Non-Green Ornamental      Species using Annotation-Free Robustness Metrics", In Proceedings of CVPR, Jun 2026. Accepted</a:t>
            </a:r>
            <a:endParaRPr lang="en-US" sz="1800" dirty="0"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A. Kode, H. Manjunatha, S. S. Borah, H. A. Torbert, P. Sundaravadivel, "Scalable Voice-Controlled Drone Autonomy: From Edge-Deployed Single Agents to Distributed HITL Swarm Simulations,” Accepted DCAS 2026.</a:t>
            </a:r>
            <a:endParaRPr lang="en-US" sz="1800" dirty="0">
              <a:effectLst/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H. Manjunatha, S. Borah, A. Anand, P. Sundaravadivel, L. Tamil, S. Kumpatla, P. Knight, H. Torbert, "Comparative Analysis of Large Language Models for Multimodal Agricultural Intelligence in Precision Nursery Management Systems", In Proceedings of LLM Conference, Dec 2025. Accepted LLM conference 2025.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P. Sundaravadivel, H. Manjunatha, K. Narasimhamurthy, et al., "Ros-AI: An LLM-Enhanced Scalable Multimodal Framework for UAV-Based Rose Bloom Analysis in Precision Agriculture", TechRxiv Preprint, Oct 2025. DOI: 10.36227/techrxiv.176108108.86171044/v1.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M. Syed, A. Anand, S. Borah, H. Manjunatha, P. Sundaravadivel, P. Knight, P. Gowda, H. Torbert, "MagCount: A Digital Framework for Automated Counting of Southern Magnolias for Inventory Management in Nurseries", In Proceedings of IPPS, Oct 2025.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H. Manjunatha, P. Sundaravadivel, S. Borah, L. Tamil, S. Kumpatla, P. Knight, H. Torbert, "AI-driven Tool for High-dimensional Phenotyping of Rose Flowers using Hyperspectral Imaging", In Proceedings of IPPS, Oct 2025.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84B317-591C-67B6-DD30-ADC53BDE3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D68AE-6F6A-9A4B-9157-4170C63CD6A8}" type="datetime1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32485C-ED58-D32D-A7B5-EDC989EB4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C110512-6EA0-689E-8327-B528AC8C7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51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12" y="914400"/>
            <a:ext cx="10363199" cy="5692914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2B0936-BD4A-6E48-F170-9EC51B72284E}"/>
              </a:ext>
            </a:extLst>
          </p:cNvPr>
          <p:cNvSpPr txBox="1"/>
          <p:nvPr/>
        </p:nvSpPr>
        <p:spPr>
          <a:xfrm>
            <a:off x="836612" y="73802"/>
            <a:ext cx="113522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References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864AE4-C37A-845C-C003-6F4D8B6F437A}"/>
              </a:ext>
            </a:extLst>
          </p:cNvPr>
          <p:cNvSpPr txBox="1"/>
          <p:nvPr/>
        </p:nvSpPr>
        <p:spPr>
          <a:xfrm>
            <a:off x="843989" y="618198"/>
            <a:ext cx="10660623" cy="5621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  <a:buNone/>
            </a:pP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[1] H. Zhao, C. Ren, X. Li, T. Lin, </a:t>
            </a:r>
            <a:r>
              <a:rPr lang="en-US" sz="1200" b="0" i="1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et al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., “Diagnostic study of defoliation and boll opening effects on machine-harvested cotton using multi-source UAV remote sensing data,” </a:t>
            </a:r>
            <a:r>
              <a:rPr lang="en-US" sz="1200" b="0" i="1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Industrial Crops and Products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vol. 237, p. 121827, 2025,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10.1016/j.indcrop.2025.121827.</a:t>
            </a:r>
          </a:p>
          <a:p>
            <a:pPr algn="l">
              <a:lnSpc>
                <a:spcPts val="1575"/>
              </a:lnSpc>
              <a:buNone/>
            </a:pP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[2] P. Chen, W. Xu, Y. Zhan, W. Yang, J. Wang, and Y. Lan, “Evaluation of cotton defoliation rate and establishment of spray prescription map using remote sensing imagery,” </a:t>
            </a:r>
            <a:r>
              <a:rPr lang="en-US" sz="1200" b="0" i="1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Remote Sensing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vol. 14, no. 17, p. 4206, 2022,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10.3390/rs14174206.</a:t>
            </a:r>
          </a:p>
          <a:p>
            <a:pPr algn="l">
              <a:lnSpc>
                <a:spcPts val="1575"/>
              </a:lnSpc>
              <a:buNone/>
            </a:pP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[3] N.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Aierken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B. Yang, Y. Li, P. Jiang, G. Pan, and S. Li, “A review of unmanned aerial vehicle based remote sensing and machine learning for cotton crop growth monitoring,” </a:t>
            </a:r>
            <a:r>
              <a:rPr lang="en-US" sz="1200" b="0" i="1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Computers and Electronics in Agriculture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vol. 227, pt. 2, p. 109601, 2024,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10.1016/j.compag.2024.109601.</a:t>
            </a:r>
          </a:p>
          <a:p>
            <a:pPr algn="l">
              <a:lnSpc>
                <a:spcPts val="1575"/>
              </a:lnSpc>
              <a:buNone/>
            </a:pP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[4] Y. Wang, Z. Zhang, C. Xiao, T. Zhang, K. Yu, C. Zhang, Q. Liao, F. Li, S. Wan, G. Cao, X. Tang, M. Du, and Z. Li, “Characterizing cotton defoliation progress via UAV-based multispectral-derived leaf area index and analysis of influencing factors,” </a:t>
            </a:r>
            <a:r>
              <a:rPr lang="en-US" sz="1200" b="0" i="1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Remote Sensing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vol. 18, no. 4, p. 609, 2026,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10.3390/rs18040609.</a:t>
            </a:r>
          </a:p>
          <a:p>
            <a:pPr algn="l">
              <a:lnSpc>
                <a:spcPts val="1575"/>
              </a:lnSpc>
              <a:buNone/>
            </a:pP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[5] L. Zhang, B. Sun, D. Zhao, C. Shan, G. Wang, C. Song, P. Chen, and Y. Lan, “Prediction of cotton FPAR and construction of defoliation spraying prescription map based on multi-source UAV images,” </a:t>
            </a:r>
            <a:r>
              <a:rPr lang="en-US" sz="1200" b="0" i="1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Computers and Electronics in Agriculture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vol. 220, p. 108897, 2024,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10.1016/j.compag.2024.108897.</a:t>
            </a:r>
          </a:p>
          <a:p>
            <a:pPr algn="l">
              <a:lnSpc>
                <a:spcPts val="1575"/>
              </a:lnSpc>
              <a:buNone/>
            </a:pP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[6] J. Tan, J. Ding, Z. Wang, L. Han, X. Wang, Y. Li, Z. Zhang, S. Meng, W. Cai, and Y. Hong, “Estimating soil salinity in mulched cotton fields using UAV-based hyperspectral remote sensing and a Seagull Optimization Algorithm-Enhanced Random Forest Model,” </a:t>
            </a:r>
            <a:r>
              <a:rPr lang="en-US" sz="1200" b="0" i="1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Computers and Electronics in Agriculture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vol. 221, p. 109017, 2024,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10.1016/j.compag.2024.109017.</a:t>
            </a:r>
          </a:p>
          <a:p>
            <a:pPr algn="l">
              <a:lnSpc>
                <a:spcPts val="1575"/>
              </a:lnSpc>
              <a:buNone/>
            </a:pP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[7] E. Gil-Fuster, J. Eisert, and C. Bravo-Prieto, “Understanding quantum machine learning also requires rethinking generalization,” </a:t>
            </a:r>
            <a:r>
              <a:rPr lang="en-US" sz="1200" b="0" i="1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Nature Communications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vol. 15, art. no. 2277, 2024,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10.1038/s41467-024-45882-z.</a:t>
            </a:r>
          </a:p>
          <a:p>
            <a:pPr algn="l">
              <a:lnSpc>
                <a:spcPts val="1575"/>
              </a:lnSpc>
              <a:buNone/>
            </a:pP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[8] F. Hu, S. A. Khan, N. T. Bronn, G. Angelatos, G. E. Rowlands, G. J.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Ribeill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 </a:t>
            </a:r>
            <a:r>
              <a:rPr lang="en-US" sz="1200" b="0" i="1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et al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., “Overcoming the coherence time barrier in quantum machine learning on temporal data,” </a:t>
            </a:r>
            <a:r>
              <a:rPr lang="en-US" sz="1200" b="0" i="1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Nature Communications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vol. 15, art. no. 7491, 2024,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10.1038/s41467-024-51162-7.</a:t>
            </a:r>
          </a:p>
          <a:p>
            <a:pPr algn="l">
              <a:lnSpc>
                <a:spcPts val="1575"/>
              </a:lnSpc>
              <a:buNone/>
            </a:pP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[9] S.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Raubitzek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S.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Schrittwieser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A. Schatten, and K. Mallinger, “Quantum inspired kernel matrices: Exploring symmetry in machine learning,” </a:t>
            </a:r>
            <a:r>
              <a:rPr lang="en-US" sz="1200" b="0" i="1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Physics Letters A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vol. 525, p. 129895, 2024,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10.1016/j.physleta.2024.129895.</a:t>
            </a:r>
          </a:p>
          <a:p>
            <a:pPr algn="l">
              <a:lnSpc>
                <a:spcPts val="1575"/>
              </a:lnSpc>
              <a:buNone/>
            </a:pP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[10] D. Pranjić, B. C.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Mummaneni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and C.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Tutschku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“Quantum annealing-based feature selection,” </a:t>
            </a:r>
            <a:r>
              <a:rPr lang="en-US" sz="1200" b="0" i="1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Neurocomputing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vol. 658, p. 131673, 2025,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10.1016/j.neucom.2025.131673.</a:t>
            </a:r>
          </a:p>
          <a:p>
            <a:pPr algn="l">
              <a:lnSpc>
                <a:spcPts val="1575"/>
              </a:lnSpc>
              <a:buNone/>
            </a:pP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[11] B. Kaushik, A. Rajpal, and N. Kumar, “QEFS: Quantum evolutionary feature selector for a real quantum computer,” </a:t>
            </a:r>
            <a:r>
              <a:rPr lang="en-US" sz="1200" b="0" i="1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Applied Soft Computing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early access, 2026, Art. no. 114965,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10.1016/j.asoc.2026.114965.</a:t>
            </a:r>
          </a:p>
          <a:p>
            <a:pPr algn="l">
              <a:lnSpc>
                <a:spcPts val="1575"/>
              </a:lnSpc>
              <a:buNone/>
            </a:pP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[12] Y. Vivek, V. Ravi, and P. R. Krishna, “Quantum-inspired evolutionary algorithms for feature subset selection: A comprehensive survey,” </a:t>
            </a:r>
            <a:r>
              <a:rPr lang="en-US" sz="1200" b="0" i="1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Quantum Information Processing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vol. 24, no. 7, art. no. 196, 2025,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10.1007/s11128-025-04787-6.</a:t>
            </a:r>
          </a:p>
          <a:p>
            <a:pPr algn="l">
              <a:lnSpc>
                <a:spcPts val="1575"/>
              </a:lnSpc>
              <a:buNone/>
            </a:pP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[13] A. K. Mandal and B. Chakraborty, “Quantum computing and quantum-inspired techniques for feature subset selection: A review,” </a:t>
            </a:r>
            <a:r>
              <a:rPr lang="en-US" sz="1200" b="0" i="1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Knowledge and Information Systems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early access, 2024, </a:t>
            </a:r>
            <a:r>
              <a:rPr lang="en-US" sz="1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10.1007/s10115-024-02282-5.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37C8F-50F3-DDBF-7039-CE7655C13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E8FB-6239-9C48-B2BA-0E87C323D68D}" type="datetime1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C3482-97C1-6432-D6C9-C29CA103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C2D01C-2AFF-D0E7-3C4E-1979632D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4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871CA-05D6-4CFA-C756-F79519B11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6412" y="2089834"/>
            <a:ext cx="7161530" cy="1016000"/>
          </a:xfrm>
        </p:spPr>
        <p:txBody>
          <a:bodyPr>
            <a:normAutofit/>
          </a:bodyPr>
          <a:lstStyle/>
          <a:p>
            <a:r>
              <a:rPr lang="en-US" sz="40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Thanks for listening!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2884E-B591-5497-744A-E26FB0958B04}"/>
              </a:ext>
            </a:extLst>
          </p:cNvPr>
          <p:cNvSpPr txBox="1"/>
          <p:nvPr/>
        </p:nvSpPr>
        <p:spPr>
          <a:xfrm>
            <a:off x="3275012" y="3105834"/>
            <a:ext cx="6127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/>
                </a:solidFill>
              </a:rPr>
              <a:t>GitHub:  </a:t>
            </a:r>
            <a:r>
              <a:rPr lang="en-US" sz="1800" dirty="0">
                <a:solidFill>
                  <a:schemeClr val="accent1"/>
                </a:solidFill>
                <a:hlinkClick r:id="rId2"/>
              </a:rPr>
              <a:t>https://github.com/harshitha-8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</a:p>
          <a:p>
            <a:r>
              <a:rPr lang="en-US" sz="1800" dirty="0">
                <a:solidFill>
                  <a:schemeClr val="accent1"/>
                </a:solidFill>
              </a:rPr>
              <a:t>LinkedIn:  </a:t>
            </a:r>
            <a:r>
              <a:rPr lang="en-US" sz="1800" dirty="0">
                <a:solidFill>
                  <a:schemeClr val="accent1"/>
                </a:solidFill>
                <a:hlinkClick r:id="rId3"/>
              </a:rPr>
              <a:t>https://www.linkedin.com/in/harshitha-manjunatha/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B8D7A56-128A-87DA-6141-685DBACD3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1775-2A68-164E-8427-D8E60B0AFB7B}" type="datetime1">
              <a:rPr lang="en-US" smtClean="0"/>
              <a:t>4/24/26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46B7613-B029-3647-367D-03CD56F2F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SPIE 2026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D4B4921-FDF5-DF36-3ECD-668ED082E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91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1161</TotalTime>
  <Words>3259</Words>
  <Application>Microsoft Macintosh PowerPoint</Application>
  <PresentationFormat>Custom</PresentationFormat>
  <Paragraphs>281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-apple-system</vt:lpstr>
      <vt:lpstr>Arial</vt:lpstr>
      <vt:lpstr>Calibri</vt:lpstr>
      <vt:lpstr>Cambria Math</vt:lpstr>
      <vt:lpstr>Tahoma</vt:lpstr>
      <vt:lpstr>Wingdings</vt:lpstr>
      <vt:lpstr>Tech 16x9</vt:lpstr>
      <vt:lpstr>PowerPoint Presentation</vt:lpstr>
      <vt:lpstr>Motivation</vt:lpstr>
      <vt:lpstr>Research Contribution</vt:lpstr>
      <vt:lpstr>Why Quantum Computing?</vt:lpstr>
      <vt:lpstr>Superposition</vt:lpstr>
      <vt:lpstr>Entanglement</vt:lpstr>
      <vt:lpstr>Tunneling</vt:lpstr>
      <vt:lpstr>Overview of the Hybrid Quantum-Classical Feature-Selection Pipeline</vt:lpstr>
      <vt:lpstr>Hybrid Quantum-Classical Approach</vt:lpstr>
      <vt:lpstr>Why the Hybrid Architecture Is Effective</vt:lpstr>
      <vt:lpstr>Why the Method Is Most Reliable</vt:lpstr>
      <vt:lpstr>The Role of the 4-Qubit Configuration</vt:lpstr>
      <vt:lpstr>Why a Compact Subset Still Works</vt:lpstr>
      <vt:lpstr>Interpretable 14-D Feature Representation</vt:lpstr>
      <vt:lpstr>Quantum Encoding</vt:lpstr>
      <vt:lpstr>Pre- and Post-Defoliation Field Scenes with Detected Cotton Regions</vt:lpstr>
      <vt:lpstr>Robustness Across Imaging Conditions</vt:lpstr>
      <vt:lpstr>Robustness Landscape Across Perturbed Imaging Conditions </vt:lpstr>
      <vt:lpstr>Conclusion</vt:lpstr>
      <vt:lpstr>Future Work</vt:lpstr>
      <vt:lpstr>Publications and Accepted Work</vt:lpstr>
      <vt:lpstr>PowerPoint Presentation</vt:lpstr>
      <vt:lpstr>Thanks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Detection</dc:title>
  <dc:creator>Parham</dc:creator>
  <cp:lastModifiedBy>Manjunatha, Harshitha</cp:lastModifiedBy>
  <cp:revision>154</cp:revision>
  <dcterms:created xsi:type="dcterms:W3CDTF">2022-12-20T07:15:54Z</dcterms:created>
  <dcterms:modified xsi:type="dcterms:W3CDTF">2026-04-25T03:12:00Z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